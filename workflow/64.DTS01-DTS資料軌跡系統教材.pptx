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281" r:id="rId2"/>
    <p:sldId id="278" r:id="rId3"/>
    <p:sldId id="282" r:id="rId4"/>
    <p:sldId id="395" r:id="rId5"/>
    <p:sldId id="396" r:id="rId6"/>
    <p:sldId id="397" r:id="rId7"/>
    <p:sldId id="398" r:id="rId8"/>
    <p:sldId id="355" r:id="rId9"/>
    <p:sldId id="399" r:id="rId10"/>
    <p:sldId id="400" r:id="rId11"/>
    <p:sldId id="401" r:id="rId12"/>
    <p:sldId id="358" r:id="rId13"/>
    <p:sldId id="357" r:id="rId14"/>
    <p:sldId id="283" r:id="rId15"/>
    <p:sldId id="402" r:id="rId16"/>
    <p:sldId id="403" r:id="rId17"/>
    <p:sldId id="305" r:id="rId18"/>
    <p:sldId id="306" r:id="rId19"/>
    <p:sldId id="308" r:id="rId20"/>
    <p:sldId id="356" r:id="rId21"/>
    <p:sldId id="307" r:id="rId22"/>
    <p:sldId id="360" r:id="rId23"/>
    <p:sldId id="394" r:id="rId24"/>
    <p:sldId id="362" r:id="rId25"/>
    <p:sldId id="309" r:id="rId26"/>
    <p:sldId id="335" r:id="rId27"/>
    <p:sldId id="333" r:id="rId28"/>
    <p:sldId id="334" r:id="rId29"/>
    <p:sldId id="363" r:id="rId30"/>
    <p:sldId id="332" r:id="rId31"/>
    <p:sldId id="365" r:id="rId32"/>
    <p:sldId id="312" r:id="rId33"/>
    <p:sldId id="337" r:id="rId34"/>
    <p:sldId id="378" r:id="rId35"/>
    <p:sldId id="313" r:id="rId36"/>
    <p:sldId id="367" r:id="rId37"/>
    <p:sldId id="368" r:id="rId38"/>
    <p:sldId id="314" r:id="rId39"/>
    <p:sldId id="315" r:id="rId40"/>
    <p:sldId id="316" r:id="rId41"/>
    <p:sldId id="317" r:id="rId42"/>
    <p:sldId id="413" r:id="rId43"/>
    <p:sldId id="370" r:id="rId44"/>
    <p:sldId id="371" r:id="rId45"/>
    <p:sldId id="319" r:id="rId46"/>
    <p:sldId id="318" r:id="rId47"/>
    <p:sldId id="284" r:id="rId48"/>
    <p:sldId id="404" r:id="rId49"/>
    <p:sldId id="372" r:id="rId50"/>
    <p:sldId id="321" r:id="rId51"/>
    <p:sldId id="330" r:id="rId52"/>
    <p:sldId id="329" r:id="rId53"/>
    <p:sldId id="322" r:id="rId54"/>
    <p:sldId id="323" r:id="rId55"/>
    <p:sldId id="324" r:id="rId56"/>
    <p:sldId id="325" r:id="rId57"/>
    <p:sldId id="326" r:id="rId58"/>
    <p:sldId id="331" r:id="rId59"/>
    <p:sldId id="373" r:id="rId60"/>
    <p:sldId id="285" r:id="rId61"/>
    <p:sldId id="405" r:id="rId62"/>
    <p:sldId id="406" r:id="rId63"/>
    <p:sldId id="377" r:id="rId64"/>
    <p:sldId id="380" r:id="rId65"/>
    <p:sldId id="374" r:id="rId66"/>
    <p:sldId id="375" r:id="rId67"/>
    <p:sldId id="407" r:id="rId68"/>
    <p:sldId id="338" r:id="rId69"/>
    <p:sldId id="376" r:id="rId70"/>
    <p:sldId id="340" r:id="rId71"/>
    <p:sldId id="382" r:id="rId72"/>
    <p:sldId id="411" r:id="rId73"/>
    <p:sldId id="385" r:id="rId74"/>
    <p:sldId id="412" r:id="rId75"/>
    <p:sldId id="386" r:id="rId76"/>
    <p:sldId id="342" r:id="rId77"/>
    <p:sldId id="341" r:id="rId78"/>
    <p:sldId id="345" r:id="rId79"/>
    <p:sldId id="389" r:id="rId80"/>
    <p:sldId id="409" r:id="rId81"/>
    <p:sldId id="348" r:id="rId82"/>
    <p:sldId id="391" r:id="rId83"/>
    <p:sldId id="392" r:id="rId84"/>
    <p:sldId id="349" r:id="rId85"/>
    <p:sldId id="351" r:id="rId86"/>
    <p:sldId id="346" r:id="rId87"/>
    <p:sldId id="352" r:id="rId88"/>
    <p:sldId id="393" r:id="rId89"/>
    <p:sldId id="353" r:id="rId90"/>
    <p:sldId id="279" r:id="rId91"/>
  </p:sldIdLst>
  <p:sldSz cx="9144000" cy="6858000" type="screen4x3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>
        <p:scale>
          <a:sx n="66" d="100"/>
          <a:sy n="66" d="100"/>
        </p:scale>
        <p:origin x="-918" y="-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Relationship Id="rId9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2022/10/11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2022/10/11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ṩľîḑe"/>
          <p:cNvSpPr/>
          <p:nvPr userDrawn="1"/>
        </p:nvSpPr>
        <p:spPr>
          <a:xfrm>
            <a:off x="646809" y="470187"/>
            <a:ext cx="7850386" cy="59176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28600" dist="38100" dir="2700000" algn="tl" rotWithShape="0">
              <a:schemeClr val="accent3">
                <a:lumMod val="5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6" name="图片 5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616B9E30-1F98-4C4E-A0D0-BAA24EB3D0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159" y="3162650"/>
            <a:ext cx="3854948" cy="2806402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804556" y="4226302"/>
            <a:ext cx="4064389" cy="895350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805393" y="5121655"/>
            <a:ext cx="4064389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p14="http://schemas.microsoft.com/office/powerpoint/2010/main" xmlns:a16="http://schemas.microsoft.com/office/drawing/2014/main" xmlns="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p14="http://schemas.microsoft.com/office/powerpoint/2010/main" xmlns:a16="http://schemas.microsoft.com/office/drawing/2014/main" xmlns="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p14="http://schemas.microsoft.com/office/powerpoint/2010/main" xmlns:a16="http://schemas.microsoft.com/office/drawing/2014/main" xmlns="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p14="http://schemas.microsoft.com/office/powerpoint/2010/main"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p14="http://schemas.microsoft.com/office/powerpoint/2010/main" xmlns:a16="http://schemas.microsoft.com/office/drawing/2014/main" xmlns="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44" y="1130302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 flipH="1">
            <a:off x="-1" y="0"/>
            <a:ext cx="9143999" cy="6858000"/>
            <a:chOff x="-3" y="0"/>
            <a:chExt cx="12191999" cy="6858000"/>
          </a:xfrm>
        </p:grpSpPr>
        <p:sp>
          <p:nvSpPr>
            <p:cNvPr id="5" name="ïşliḋé"/>
            <p:cNvSpPr/>
            <p:nvPr userDrawn="1"/>
          </p:nvSpPr>
          <p:spPr>
            <a:xfrm flipH="1">
              <a:off x="-3" y="0"/>
              <a:ext cx="12191999" cy="6858000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iṥļïḓè"/>
            <p:cNvSpPr/>
            <p:nvPr userDrawn="1"/>
          </p:nvSpPr>
          <p:spPr>
            <a:xfrm>
              <a:off x="670719" y="603538"/>
              <a:ext cx="10467181" cy="591762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2700000" algn="tl" rotWithShape="0">
                <a:schemeClr val="accent3">
                  <a:lumMod val="50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îŝľîḑê"/>
            <p:cNvSpPr/>
            <p:nvPr userDrawn="1"/>
          </p:nvSpPr>
          <p:spPr>
            <a:xfrm flipH="1">
              <a:off x="669921" y="603538"/>
              <a:ext cx="10467977" cy="5917625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788F4D24-AA9B-4CC1-8999-CC8F7C575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160" y="2291107"/>
            <a:ext cx="5283198" cy="3846168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4572001" y="1130301"/>
            <a:ext cx="3849875" cy="2856398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1" y="5001489"/>
            <a:ext cx="3849875" cy="31710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2" y="4705215"/>
            <a:ext cx="3849875" cy="302214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4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3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p14="http://schemas.microsoft.com/office/powerpoint/2010/main" xmlns:p15="http://schemas.microsoft.com/office/powerpoint/2012/main" xmlns:a16="http://schemas.microsoft.com/office/drawing/2014/main" xmlns="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51299" y="6240466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p14="http://schemas.microsoft.com/office/powerpoint/2010/main" xmlns:p15="http://schemas.microsoft.com/office/powerpoint/2012/main" xmlns:a16="http://schemas.microsoft.com/office/drawing/2014/main" xmlns="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444" y="6240466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p14="http://schemas.microsoft.com/office/powerpoint/2010/main" xmlns:p15="http://schemas.microsoft.com/office/powerpoint/2012/main" xmlns:a16="http://schemas.microsoft.com/office/drawing/2014/main" xmlns="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49" y="6240466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:p14="http://schemas.microsoft.com/office/powerpoint/2010/main" xmlns:a16="http://schemas.microsoft.com/office/drawing/2014/main" xmlns="">
        <p15:guide id="1" pos="317" userDrawn="1">
          <p15:clr>
            <a:srgbClr val="F26B43"/>
          </p15:clr>
        </p15:guide>
        <p15:guide id="2" pos="5443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17.jp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32.png"/><Relationship Id="rId10" Type="http://schemas.openxmlformats.org/officeDocument/2006/relationships/image" Target="../media/image25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6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14">
            <a:extLst>
              <a:ext uri="{FF2B5EF4-FFF2-40B4-BE49-F238E27FC236}">
                <a16:creationId xmlns="" xmlns:p14="http://schemas.microsoft.com/office/powerpoint/2010/main" xmlns:a16="http://schemas.microsoft.com/office/drawing/2014/main" id="{63728BFD-D7C4-4DC2-927D-53796FC3EA9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-2043034" y="0"/>
            <a:ext cx="5289591" cy="5417820"/>
          </a:xfrm>
          <a:custGeom>
            <a:avLst/>
            <a:gdLst>
              <a:gd name="connsiteX0" fmla="*/ 2457313 w 5289590"/>
              <a:gd name="connsiteY0" fmla="*/ 0 h 5417820"/>
              <a:gd name="connsiteX1" fmla="*/ 0 w 5289590"/>
              <a:gd name="connsiteY1" fmla="*/ 0 h 5417820"/>
              <a:gd name="connsiteX2" fmla="*/ 0 w 5289590"/>
              <a:gd name="connsiteY2" fmla="*/ 5414923 h 5417820"/>
              <a:gd name="connsiteX3" fmla="*/ 249555 w 5289590"/>
              <a:gd name="connsiteY3" fmla="*/ 5415147 h 5417820"/>
              <a:gd name="connsiteX4" fmla="*/ 3224275 w 5289590"/>
              <a:gd name="connsiteY4" fmla="*/ 5417820 h 5417820"/>
              <a:gd name="connsiteX5" fmla="*/ 4957241 w 5289590"/>
              <a:gd name="connsiteY5" fmla="*/ 3815354 h 5417820"/>
              <a:gd name="connsiteX6" fmla="*/ 4957241 w 5289590"/>
              <a:gd name="connsiteY6" fmla="*/ 2308011 h 5417820"/>
              <a:gd name="connsiteX7" fmla="*/ 2522345 w 5289590"/>
              <a:gd name="connsiteY7" fmla="*/ 60040 h 541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89590" h="5417820">
                <a:moveTo>
                  <a:pt x="2457313" y="0"/>
                </a:moveTo>
                <a:lnTo>
                  <a:pt x="0" y="0"/>
                </a:lnTo>
                <a:lnTo>
                  <a:pt x="0" y="5414923"/>
                </a:lnTo>
                <a:lnTo>
                  <a:pt x="249555" y="5415147"/>
                </a:lnTo>
                <a:cubicBezTo>
                  <a:pt x="1095202" y="5415907"/>
                  <a:pt x="2079227" y="5416792"/>
                  <a:pt x="3224275" y="5417820"/>
                </a:cubicBezTo>
                <a:cubicBezTo>
                  <a:pt x="3224275" y="5417820"/>
                  <a:pt x="3224275" y="5417820"/>
                  <a:pt x="4957241" y="3815354"/>
                </a:cubicBezTo>
                <a:cubicBezTo>
                  <a:pt x="5400373" y="3398273"/>
                  <a:pt x="5400373" y="2725091"/>
                  <a:pt x="4957241" y="2308011"/>
                </a:cubicBezTo>
                <a:cubicBezTo>
                  <a:pt x="4957241" y="2308011"/>
                  <a:pt x="4957241" y="2308011"/>
                  <a:pt x="2522345" y="6004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任意多边形: 形状 15">
            <a:extLst>
              <a:ext uri="{FF2B5EF4-FFF2-40B4-BE49-F238E27FC236}">
                <a16:creationId xmlns="" xmlns:p14="http://schemas.microsoft.com/office/powerpoint/2010/main" xmlns:a16="http://schemas.microsoft.com/office/drawing/2014/main" id="{C2FACAD4-A7ED-454E-B5BE-56FEAA1B29C8}"/>
              </a:ext>
            </a:extLst>
          </p:cNvPr>
          <p:cNvSpPr>
            <a:spLocks/>
          </p:cNvSpPr>
          <p:nvPr/>
        </p:nvSpPr>
        <p:spPr bwMode="auto">
          <a:xfrm rot="10800000">
            <a:off x="-1" y="217714"/>
            <a:ext cx="6478609" cy="6858000"/>
          </a:xfrm>
          <a:custGeom>
            <a:avLst/>
            <a:gdLst>
              <a:gd name="connsiteX0" fmla="*/ 6468068 w 6478609"/>
              <a:gd name="connsiteY0" fmla="*/ 3674209 h 6858000"/>
              <a:gd name="connsiteX1" fmla="*/ 6478609 w 6478609"/>
              <a:gd name="connsiteY1" fmla="*/ 6858000 h 6858000"/>
              <a:gd name="connsiteX2" fmla="*/ 6418877 w 6478609"/>
              <a:gd name="connsiteY2" fmla="*/ 6847469 h 6858000"/>
              <a:gd name="connsiteX3" fmla="*/ 6316981 w 6478609"/>
              <a:gd name="connsiteY3" fmla="*/ 6780775 h 6858000"/>
              <a:gd name="connsiteX4" fmla="*/ 5009905 w 6478609"/>
              <a:gd name="connsiteY4" fmla="*/ 5474964 h 6858000"/>
              <a:gd name="connsiteX5" fmla="*/ 5009905 w 6478609"/>
              <a:gd name="connsiteY5" fmla="*/ 5050225 h 6858000"/>
              <a:gd name="connsiteX6" fmla="*/ 6309954 w 6478609"/>
              <a:gd name="connsiteY6" fmla="*/ 3751434 h 6858000"/>
              <a:gd name="connsiteX7" fmla="*/ 6408336 w 6478609"/>
              <a:gd name="connsiteY7" fmla="*/ 3684740 h 6858000"/>
              <a:gd name="connsiteX8" fmla="*/ 2028882 w 6478609"/>
              <a:gd name="connsiteY8" fmla="*/ 0 h 6858000"/>
              <a:gd name="connsiteX9" fmla="*/ 5254187 w 6478609"/>
              <a:gd name="connsiteY9" fmla="*/ 2486 h 6858000"/>
              <a:gd name="connsiteX10" fmla="*/ 5254188 w 6478609"/>
              <a:gd name="connsiteY10" fmla="*/ 2487 h 6858000"/>
              <a:gd name="connsiteX11" fmla="*/ 5253400 w 6478609"/>
              <a:gd name="connsiteY11" fmla="*/ 2486 h 6858000"/>
              <a:gd name="connsiteX12" fmla="*/ 2028883 w 6478609"/>
              <a:gd name="connsiteY12" fmla="*/ 1 h 6858000"/>
              <a:gd name="connsiteX13" fmla="*/ 199717 w 6478609"/>
              <a:gd name="connsiteY13" fmla="*/ 1827184 h 6858000"/>
              <a:gd name="connsiteX14" fmla="*/ 49931 w 6478609"/>
              <a:gd name="connsiteY14" fmla="*/ 2566214 h 6858000"/>
              <a:gd name="connsiteX15" fmla="*/ 112342 w 6478609"/>
              <a:gd name="connsiteY15" fmla="*/ 2684832 h 6858000"/>
              <a:gd name="connsiteX16" fmla="*/ 112341 w 6478609"/>
              <a:gd name="connsiteY16" fmla="*/ 2684831 h 6858000"/>
              <a:gd name="connsiteX17" fmla="*/ 199716 w 6478609"/>
              <a:gd name="connsiteY17" fmla="*/ 1827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478609" h="6858000">
                <a:moveTo>
                  <a:pt x="6468068" y="3674209"/>
                </a:moveTo>
                <a:cubicBezTo>
                  <a:pt x="6478609" y="6858000"/>
                  <a:pt x="6478609" y="6858000"/>
                  <a:pt x="6478609" y="6858000"/>
                </a:cubicBezTo>
                <a:cubicBezTo>
                  <a:pt x="6418877" y="6847469"/>
                  <a:pt x="6418877" y="6847469"/>
                  <a:pt x="6418877" y="6847469"/>
                </a:cubicBezTo>
                <a:cubicBezTo>
                  <a:pt x="6380227" y="6833428"/>
                  <a:pt x="6348604" y="6812367"/>
                  <a:pt x="6316981" y="6780775"/>
                </a:cubicBezTo>
                <a:cubicBezTo>
                  <a:pt x="5009905" y="5474964"/>
                  <a:pt x="5009905" y="5474964"/>
                  <a:pt x="5009905" y="5474964"/>
                </a:cubicBezTo>
                <a:cubicBezTo>
                  <a:pt x="4893955" y="5355616"/>
                  <a:pt x="4890441" y="5166063"/>
                  <a:pt x="5009905" y="5050225"/>
                </a:cubicBezTo>
                <a:cubicBezTo>
                  <a:pt x="6309954" y="3751434"/>
                  <a:pt x="6309954" y="3751434"/>
                  <a:pt x="6309954" y="3751434"/>
                </a:cubicBezTo>
                <a:cubicBezTo>
                  <a:pt x="6338063" y="3719842"/>
                  <a:pt x="6373200" y="3698781"/>
                  <a:pt x="6408336" y="3684740"/>
                </a:cubicBezTo>
                <a:close/>
                <a:moveTo>
                  <a:pt x="2028882" y="0"/>
                </a:moveTo>
                <a:cubicBezTo>
                  <a:pt x="5254187" y="2486"/>
                  <a:pt x="5254187" y="2486"/>
                  <a:pt x="5254187" y="2486"/>
                </a:cubicBezTo>
                <a:lnTo>
                  <a:pt x="5254188" y="2487"/>
                </a:lnTo>
                <a:lnTo>
                  <a:pt x="5253400" y="2486"/>
                </a:lnTo>
                <a:cubicBezTo>
                  <a:pt x="5241589" y="2477"/>
                  <a:pt x="5052606" y="2332"/>
                  <a:pt x="2028883" y="1"/>
                </a:cubicBezTo>
                <a:lnTo>
                  <a:pt x="199717" y="1827184"/>
                </a:lnTo>
                <a:cubicBezTo>
                  <a:pt x="2" y="2026683"/>
                  <a:pt x="-49927" y="2319871"/>
                  <a:pt x="49931" y="2566214"/>
                </a:cubicBezTo>
                <a:lnTo>
                  <a:pt x="112342" y="2684832"/>
                </a:lnTo>
                <a:lnTo>
                  <a:pt x="112341" y="2684831"/>
                </a:lnTo>
                <a:cubicBezTo>
                  <a:pt x="-62410" y="2420202"/>
                  <a:pt x="-33285" y="2059932"/>
                  <a:pt x="199716" y="1827183"/>
                </a:cubicBezTo>
                <a:close/>
              </a:path>
            </a:pathLst>
          </a:custGeom>
          <a:gradFill>
            <a:gsLst>
              <a:gs pos="0">
                <a:srgbClr val="030157"/>
              </a:gs>
              <a:gs pos="100000">
                <a:srgbClr val="1D25AA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="" xmlns:p14="http://schemas.microsoft.com/office/powerpoint/2010/main" xmlns:a16="http://schemas.microsoft.com/office/drawing/2014/main" id="{D9290BAE-D046-44FA-9632-A9A0A5CBFA54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547108" y="3120447"/>
            <a:ext cx="5384395" cy="3737557"/>
          </a:xfrm>
          <a:custGeom>
            <a:avLst/>
            <a:gdLst>
              <a:gd name="T0" fmla="*/ 790 w 1580"/>
              <a:gd name="T1" fmla="*/ 0 h 1098"/>
              <a:gd name="T2" fmla="*/ 893 w 1580"/>
              <a:gd name="T3" fmla="*/ 43 h 1098"/>
              <a:gd name="T4" fmla="*/ 1524 w 1580"/>
              <a:gd name="T5" fmla="*/ 673 h 1098"/>
              <a:gd name="T6" fmla="*/ 1524 w 1580"/>
              <a:gd name="T7" fmla="*/ 879 h 1098"/>
              <a:gd name="T8" fmla="*/ 1305 w 1580"/>
              <a:gd name="T9" fmla="*/ 1098 h 1098"/>
              <a:gd name="T10" fmla="*/ 276 w 1580"/>
              <a:gd name="T11" fmla="*/ 1097 h 1098"/>
              <a:gd name="T12" fmla="*/ 57 w 1580"/>
              <a:gd name="T13" fmla="*/ 878 h 1098"/>
              <a:gd name="T14" fmla="*/ 57 w 1580"/>
              <a:gd name="T15" fmla="*/ 673 h 1098"/>
              <a:gd name="T16" fmla="*/ 687 w 1580"/>
              <a:gd name="T17" fmla="*/ 43 h 1098"/>
              <a:gd name="T18" fmla="*/ 790 w 1580"/>
              <a:gd name="T19" fmla="*/ 0 h 1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80" h="1098">
                <a:moveTo>
                  <a:pt x="790" y="0"/>
                </a:moveTo>
                <a:cubicBezTo>
                  <a:pt x="827" y="0"/>
                  <a:pt x="864" y="14"/>
                  <a:pt x="893" y="43"/>
                </a:cubicBezTo>
                <a:cubicBezTo>
                  <a:pt x="1524" y="673"/>
                  <a:pt x="1524" y="673"/>
                  <a:pt x="1524" y="673"/>
                </a:cubicBezTo>
                <a:cubicBezTo>
                  <a:pt x="1580" y="730"/>
                  <a:pt x="1580" y="822"/>
                  <a:pt x="1524" y="879"/>
                </a:cubicBezTo>
                <a:cubicBezTo>
                  <a:pt x="1305" y="1098"/>
                  <a:pt x="1305" y="1098"/>
                  <a:pt x="1305" y="1098"/>
                </a:cubicBezTo>
                <a:cubicBezTo>
                  <a:pt x="276" y="1097"/>
                  <a:pt x="276" y="1097"/>
                  <a:pt x="276" y="1097"/>
                </a:cubicBezTo>
                <a:cubicBezTo>
                  <a:pt x="57" y="878"/>
                  <a:pt x="57" y="878"/>
                  <a:pt x="57" y="878"/>
                </a:cubicBezTo>
                <a:cubicBezTo>
                  <a:pt x="0" y="821"/>
                  <a:pt x="0" y="729"/>
                  <a:pt x="57" y="673"/>
                </a:cubicBezTo>
                <a:cubicBezTo>
                  <a:pt x="687" y="43"/>
                  <a:pt x="687" y="43"/>
                  <a:pt x="687" y="43"/>
                </a:cubicBezTo>
                <a:cubicBezTo>
                  <a:pt x="716" y="14"/>
                  <a:pt x="753" y="0"/>
                  <a:pt x="7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任意多边形: 形状 17">
            <a:extLst>
              <a:ext uri="{FF2B5EF4-FFF2-40B4-BE49-F238E27FC236}">
                <a16:creationId xmlns="" xmlns:p14="http://schemas.microsoft.com/office/powerpoint/2010/main" xmlns:a16="http://schemas.microsoft.com/office/drawing/2014/main" id="{BDFE2FE0-0909-4686-A811-3635DE795904}"/>
              </a:ext>
            </a:extLst>
          </p:cNvPr>
          <p:cNvSpPr/>
          <p:nvPr/>
        </p:nvSpPr>
        <p:spPr>
          <a:xfrm>
            <a:off x="-899883" y="1460015"/>
            <a:ext cx="6478607" cy="5949531"/>
          </a:xfrm>
          <a:custGeom>
            <a:avLst/>
            <a:gdLst>
              <a:gd name="connsiteX0" fmla="*/ 2834585 w 6478607"/>
              <a:gd name="connsiteY0" fmla="*/ 0 h 5949531"/>
              <a:gd name="connsiteX1" fmla="*/ 3317385 w 6478607"/>
              <a:gd name="connsiteY1" fmla="*/ 199498 h 5949531"/>
              <a:gd name="connsiteX2" fmla="*/ 6278892 w 6478607"/>
              <a:gd name="connsiteY2" fmla="*/ 3157794 h 5949531"/>
              <a:gd name="connsiteX3" fmla="*/ 6278892 w 6478607"/>
              <a:gd name="connsiteY3" fmla="*/ 4122348 h 5949531"/>
              <a:gd name="connsiteX4" fmla="*/ 4449726 w 6478607"/>
              <a:gd name="connsiteY4" fmla="*/ 5949531 h 5949531"/>
              <a:gd name="connsiteX5" fmla="*/ 1224421 w 6478607"/>
              <a:gd name="connsiteY5" fmla="*/ 5947045 h 5949531"/>
              <a:gd name="connsiteX6" fmla="*/ 0 w 6478607"/>
              <a:gd name="connsiteY6" fmla="*/ 4723951 h 5949531"/>
              <a:gd name="connsiteX7" fmla="*/ 0 w 6478607"/>
              <a:gd name="connsiteY7" fmla="*/ 2548733 h 5949531"/>
              <a:gd name="connsiteX8" fmla="*/ 2351785 w 6478607"/>
              <a:gd name="connsiteY8" fmla="*/ 199498 h 5949531"/>
              <a:gd name="connsiteX9" fmla="*/ 2834585 w 6478607"/>
              <a:gd name="connsiteY9" fmla="*/ 0 h 594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8607" h="5949531">
                <a:moveTo>
                  <a:pt x="2834585" y="0"/>
                </a:moveTo>
                <a:cubicBezTo>
                  <a:pt x="3009414" y="0"/>
                  <a:pt x="3184242" y="66499"/>
                  <a:pt x="3317385" y="199498"/>
                </a:cubicBezTo>
                <a:cubicBezTo>
                  <a:pt x="6278892" y="3157794"/>
                  <a:pt x="6278892" y="3157794"/>
                  <a:pt x="6278892" y="3157794"/>
                </a:cubicBezTo>
                <a:cubicBezTo>
                  <a:pt x="6545179" y="3423793"/>
                  <a:pt x="6545179" y="3856350"/>
                  <a:pt x="6278892" y="4122348"/>
                </a:cubicBezTo>
                <a:lnTo>
                  <a:pt x="4449726" y="5949531"/>
                </a:lnTo>
                <a:cubicBezTo>
                  <a:pt x="1224421" y="5947045"/>
                  <a:pt x="1224421" y="5947045"/>
                  <a:pt x="1224421" y="5947045"/>
                </a:cubicBezTo>
                <a:cubicBezTo>
                  <a:pt x="0" y="4723951"/>
                  <a:pt x="0" y="4723951"/>
                  <a:pt x="0" y="4723951"/>
                </a:cubicBezTo>
                <a:cubicBezTo>
                  <a:pt x="0" y="2548733"/>
                  <a:pt x="0" y="2548733"/>
                  <a:pt x="0" y="2548733"/>
                </a:cubicBezTo>
                <a:cubicBezTo>
                  <a:pt x="2351785" y="199498"/>
                  <a:pt x="2351785" y="199498"/>
                  <a:pt x="2351785" y="199498"/>
                </a:cubicBezTo>
                <a:cubicBezTo>
                  <a:pt x="2484928" y="66499"/>
                  <a:pt x="2659757" y="0"/>
                  <a:pt x="2834585" y="0"/>
                </a:cubicBezTo>
                <a:close/>
              </a:path>
            </a:pathLst>
          </a:custGeom>
          <a:blipFill>
            <a:blip r:embed="rId2">
              <a:duotone>
                <a:srgbClr val="423FA5">
                  <a:shade val="45000"/>
                  <a:satMod val="135000"/>
                </a:srgbClr>
                <a:prstClr val="white"/>
              </a:duotone>
            </a:blip>
            <a:stretch>
              <a:fillRect l="-18912" r="-18838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06698E90-CEB7-4E45-88D7-5BDFFD41F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605" y="4671233"/>
            <a:ext cx="3000550" cy="2184400"/>
          </a:xfrm>
          <a:prstGeom prst="rect">
            <a:avLst/>
          </a:prstGeom>
        </p:spPr>
      </p:pic>
      <p:sp>
        <p:nvSpPr>
          <p:cNvPr id="17" name="标题 1"/>
          <p:cNvSpPr txBox="1">
            <a:spLocks/>
          </p:cNvSpPr>
          <p:nvPr/>
        </p:nvSpPr>
        <p:spPr>
          <a:xfrm>
            <a:off x="1621970" y="2082009"/>
            <a:ext cx="7440185" cy="10384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332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zh-CN" altLang="en-US" sz="6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377"/>
            <a:r>
              <a:rPr lang="zh-TW" altLang="zh-CN" sz="6100" dirty="0" smtClean="0">
                <a:solidFill>
                  <a:srgbClr val="002060"/>
                </a:solidFill>
                <a:latin typeface="Arial"/>
                <a:ea typeface="微软雅黑"/>
              </a:rPr>
              <a:t>資</a:t>
            </a:r>
            <a:r>
              <a:rPr lang="zh-TW" altLang="zh-CN" sz="6100" dirty="0">
                <a:solidFill>
                  <a:srgbClr val="002060"/>
                </a:solidFill>
                <a:latin typeface="Arial"/>
                <a:ea typeface="微软雅黑"/>
              </a:rPr>
              <a:t>料軌跡系統管理篇</a:t>
            </a:r>
            <a:endParaRPr lang="en-US" altLang="en-US" sz="6100" dirty="0">
              <a:solidFill>
                <a:srgbClr val="002060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5596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ṩľîḑe"/>
          <p:cNvSpPr/>
          <p:nvPr/>
        </p:nvSpPr>
        <p:spPr>
          <a:xfrm>
            <a:off x="757980" y="1273989"/>
            <a:ext cx="7850386" cy="51976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28600" dist="38100" dir="2700000" algn="tl" rotWithShape="0">
              <a:schemeClr val="accent3">
                <a:lumMod val="5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TextBox 5"/>
          <p:cNvSpPr txBox="1"/>
          <p:nvPr/>
        </p:nvSpPr>
        <p:spPr>
          <a:xfrm>
            <a:off x="2059567" y="275771"/>
            <a:ext cx="5024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/>
              <a:t>課程大綱</a:t>
            </a:r>
            <a:endParaRPr lang="zh-CN" altLang="en-US" sz="4000" b="1" dirty="0"/>
          </a:p>
        </p:txBody>
      </p:sp>
      <p:sp>
        <p:nvSpPr>
          <p:cNvPr id="7" name="iSlîḋé">
            <a:extLst>
              <a:ext uri="{FF2B5EF4-FFF2-40B4-BE49-F238E27FC236}">
                <a16:creationId xmlns:p14="http://schemas.microsoft.com/office/powerpoint/2010/main"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1407886" y="1914787"/>
            <a:ext cx="604169" cy="474867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8" name="iSlîḋé">
            <a:extLst>
              <a:ext uri="{FF2B5EF4-FFF2-40B4-BE49-F238E27FC236}">
                <a16:creationId xmlns:p14="http://schemas.microsoft.com/office/powerpoint/2010/main"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1407886" y="3025129"/>
            <a:ext cx="604169" cy="474867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z="1350" spc="75" dirty="0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9" name="iSlîḋé">
            <a:extLst>
              <a:ext uri="{FF2B5EF4-FFF2-40B4-BE49-F238E27FC236}">
                <a16:creationId xmlns:p14="http://schemas.microsoft.com/office/powerpoint/2010/main"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1407886" y="4135471"/>
            <a:ext cx="604169" cy="474867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z="1350" spc="75" dirty="0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0" name="iSlîḋé">
            <a:extLst>
              <a:ext uri="{FF2B5EF4-FFF2-40B4-BE49-F238E27FC236}">
                <a16:creationId xmlns:p14="http://schemas.microsoft.com/office/powerpoint/2010/main" xmlns:a16="http://schemas.microsoft.com/office/drawing/2014/main" xmlns="" id="{04F69230-F3A6-4586-9371-A858F4763E9F}"/>
              </a:ext>
            </a:extLst>
          </p:cNvPr>
          <p:cNvSpPr txBox="1"/>
          <p:nvPr/>
        </p:nvSpPr>
        <p:spPr>
          <a:xfrm>
            <a:off x="1407886" y="5245813"/>
            <a:ext cx="604169" cy="474867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350" spc="75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z="1350" spc="75" dirty="0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3235" y="188046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概述</a:t>
            </a:r>
          </a:p>
        </p:txBody>
      </p:sp>
      <p:sp>
        <p:nvSpPr>
          <p:cNvPr id="3" name="矩形 2"/>
          <p:cNvSpPr/>
          <p:nvPr/>
        </p:nvSpPr>
        <p:spPr>
          <a:xfrm>
            <a:off x="2623235" y="2997281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/>
              <a:t>資料軌跡上線設定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2623234" y="411409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/>
              <a:t>資料軌跡同步排程服務中心</a:t>
            </a:r>
            <a:endParaRPr lang="zh-CN" altLang="en-US" sz="2800" b="1" dirty="0"/>
          </a:p>
        </p:txBody>
      </p:sp>
      <p:sp>
        <p:nvSpPr>
          <p:cNvPr id="12" name="矩形 11"/>
          <p:cNvSpPr/>
          <p:nvPr/>
        </p:nvSpPr>
        <p:spPr>
          <a:xfrm>
            <a:off x="2623235" y="5230906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/>
              <a:t>資料軌跡查詢工具</a:t>
            </a:r>
            <a:endParaRPr lang="zh-CN" altLang="en-US" sz="2800" b="1" dirty="0"/>
          </a:p>
        </p:txBody>
      </p:sp>
      <p:sp>
        <p:nvSpPr>
          <p:cNvPr id="13" name="Freeform: Shape 18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2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623235" y="4709528"/>
            <a:ext cx="44612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623235" y="3556608"/>
            <a:ext cx="44612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623235" y="2403688"/>
            <a:ext cx="44612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623235" y="5862449"/>
            <a:ext cx="44612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06698E90-CEB7-4E45-88D7-5BDFFD41F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84" y="4605238"/>
            <a:ext cx="300055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4390304" y="2196991"/>
            <a:ext cx="4753696" cy="4661010"/>
            <a:chOff x="4390304" y="2196991"/>
            <a:chExt cx="4753696" cy="4661010"/>
          </a:xfrm>
        </p:grpSpPr>
        <p:sp>
          <p:nvSpPr>
            <p:cNvPr id="11" name="任意多边形: 形状 11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2E52857-1901-43CE-BFA3-B2116F93EA80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>
              <a:off x="4740841" y="2196991"/>
              <a:ext cx="4403159" cy="4661010"/>
            </a:xfrm>
            <a:custGeom>
              <a:avLst/>
              <a:gdLst>
                <a:gd name="connsiteX0" fmla="*/ 6468068 w 6478609"/>
                <a:gd name="connsiteY0" fmla="*/ 3674209 h 6858000"/>
                <a:gd name="connsiteX1" fmla="*/ 6478609 w 6478609"/>
                <a:gd name="connsiteY1" fmla="*/ 6858000 h 6858000"/>
                <a:gd name="connsiteX2" fmla="*/ 6418877 w 6478609"/>
                <a:gd name="connsiteY2" fmla="*/ 6847469 h 6858000"/>
                <a:gd name="connsiteX3" fmla="*/ 6316981 w 6478609"/>
                <a:gd name="connsiteY3" fmla="*/ 6780775 h 6858000"/>
                <a:gd name="connsiteX4" fmla="*/ 5009905 w 6478609"/>
                <a:gd name="connsiteY4" fmla="*/ 5474964 h 6858000"/>
                <a:gd name="connsiteX5" fmla="*/ 5009905 w 6478609"/>
                <a:gd name="connsiteY5" fmla="*/ 5050225 h 6858000"/>
                <a:gd name="connsiteX6" fmla="*/ 6309954 w 6478609"/>
                <a:gd name="connsiteY6" fmla="*/ 3751434 h 6858000"/>
                <a:gd name="connsiteX7" fmla="*/ 6408336 w 6478609"/>
                <a:gd name="connsiteY7" fmla="*/ 3684740 h 6858000"/>
                <a:gd name="connsiteX8" fmla="*/ 2028882 w 6478609"/>
                <a:gd name="connsiteY8" fmla="*/ 0 h 6858000"/>
                <a:gd name="connsiteX9" fmla="*/ 5254187 w 6478609"/>
                <a:gd name="connsiteY9" fmla="*/ 2486 h 6858000"/>
                <a:gd name="connsiteX10" fmla="*/ 5254188 w 6478609"/>
                <a:gd name="connsiteY10" fmla="*/ 2487 h 6858000"/>
                <a:gd name="connsiteX11" fmla="*/ 5253400 w 6478609"/>
                <a:gd name="connsiteY11" fmla="*/ 2486 h 6858000"/>
                <a:gd name="connsiteX12" fmla="*/ 2028883 w 6478609"/>
                <a:gd name="connsiteY12" fmla="*/ 1 h 6858000"/>
                <a:gd name="connsiteX13" fmla="*/ 199717 w 6478609"/>
                <a:gd name="connsiteY13" fmla="*/ 1827184 h 6858000"/>
                <a:gd name="connsiteX14" fmla="*/ 49931 w 6478609"/>
                <a:gd name="connsiteY14" fmla="*/ 2566214 h 6858000"/>
                <a:gd name="connsiteX15" fmla="*/ 112342 w 6478609"/>
                <a:gd name="connsiteY15" fmla="*/ 2684832 h 6858000"/>
                <a:gd name="connsiteX16" fmla="*/ 112341 w 6478609"/>
                <a:gd name="connsiteY16" fmla="*/ 2684831 h 6858000"/>
                <a:gd name="connsiteX17" fmla="*/ 199716 w 6478609"/>
                <a:gd name="connsiteY17" fmla="*/ 1827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78609" h="6858000">
                  <a:moveTo>
                    <a:pt x="6468068" y="3674209"/>
                  </a:moveTo>
                  <a:cubicBezTo>
                    <a:pt x="6478609" y="6858000"/>
                    <a:pt x="6478609" y="6858000"/>
                    <a:pt x="6478609" y="6858000"/>
                  </a:cubicBezTo>
                  <a:cubicBezTo>
                    <a:pt x="6418877" y="6847469"/>
                    <a:pt x="6418877" y="6847469"/>
                    <a:pt x="6418877" y="6847469"/>
                  </a:cubicBezTo>
                  <a:cubicBezTo>
                    <a:pt x="6380227" y="6833428"/>
                    <a:pt x="6348604" y="6812367"/>
                    <a:pt x="6316981" y="6780775"/>
                  </a:cubicBezTo>
                  <a:cubicBezTo>
                    <a:pt x="5009905" y="5474964"/>
                    <a:pt x="5009905" y="5474964"/>
                    <a:pt x="5009905" y="5474964"/>
                  </a:cubicBezTo>
                  <a:cubicBezTo>
                    <a:pt x="4893955" y="5355616"/>
                    <a:pt x="4890441" y="5166063"/>
                    <a:pt x="5009905" y="5050225"/>
                  </a:cubicBezTo>
                  <a:cubicBezTo>
                    <a:pt x="6309954" y="3751434"/>
                    <a:pt x="6309954" y="3751434"/>
                    <a:pt x="6309954" y="3751434"/>
                  </a:cubicBezTo>
                  <a:cubicBezTo>
                    <a:pt x="6338063" y="3719842"/>
                    <a:pt x="6373200" y="3698781"/>
                    <a:pt x="6408336" y="3684740"/>
                  </a:cubicBezTo>
                  <a:close/>
                  <a:moveTo>
                    <a:pt x="2028882" y="0"/>
                  </a:moveTo>
                  <a:cubicBezTo>
                    <a:pt x="5254187" y="2486"/>
                    <a:pt x="5254187" y="2486"/>
                    <a:pt x="5254187" y="2486"/>
                  </a:cubicBezTo>
                  <a:lnTo>
                    <a:pt x="5254188" y="2487"/>
                  </a:lnTo>
                  <a:lnTo>
                    <a:pt x="5253400" y="2486"/>
                  </a:lnTo>
                  <a:cubicBezTo>
                    <a:pt x="5241589" y="2477"/>
                    <a:pt x="5052606" y="2332"/>
                    <a:pt x="2028883" y="1"/>
                  </a:cubicBezTo>
                  <a:lnTo>
                    <a:pt x="199717" y="1827184"/>
                  </a:lnTo>
                  <a:cubicBezTo>
                    <a:pt x="2" y="2026683"/>
                    <a:pt x="-49927" y="2319871"/>
                    <a:pt x="49931" y="2566214"/>
                  </a:cubicBezTo>
                  <a:lnTo>
                    <a:pt x="112342" y="2684832"/>
                  </a:lnTo>
                  <a:lnTo>
                    <a:pt x="112341" y="2684831"/>
                  </a:lnTo>
                  <a:cubicBezTo>
                    <a:pt x="-62410" y="2420202"/>
                    <a:pt x="-33285" y="2059932"/>
                    <a:pt x="199716" y="182718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8D781-2DD2-4F6B-A212-6A20D52AEF8F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 flipV="1">
              <a:off x="4390304" y="4315417"/>
              <a:ext cx="3659480" cy="2540214"/>
            </a:xfrm>
            <a:custGeom>
              <a:avLst/>
              <a:gdLst>
                <a:gd name="T0" fmla="*/ 790 w 1580"/>
                <a:gd name="T1" fmla="*/ 0 h 1098"/>
                <a:gd name="T2" fmla="*/ 893 w 1580"/>
                <a:gd name="T3" fmla="*/ 43 h 1098"/>
                <a:gd name="T4" fmla="*/ 1524 w 1580"/>
                <a:gd name="T5" fmla="*/ 673 h 1098"/>
                <a:gd name="T6" fmla="*/ 1524 w 1580"/>
                <a:gd name="T7" fmla="*/ 879 h 1098"/>
                <a:gd name="T8" fmla="*/ 1305 w 1580"/>
                <a:gd name="T9" fmla="*/ 1098 h 1098"/>
                <a:gd name="T10" fmla="*/ 276 w 1580"/>
                <a:gd name="T11" fmla="*/ 1097 h 1098"/>
                <a:gd name="T12" fmla="*/ 57 w 1580"/>
                <a:gd name="T13" fmla="*/ 878 h 1098"/>
                <a:gd name="T14" fmla="*/ 57 w 1580"/>
                <a:gd name="T15" fmla="*/ 673 h 1098"/>
                <a:gd name="T16" fmla="*/ 687 w 1580"/>
                <a:gd name="T17" fmla="*/ 43 h 1098"/>
                <a:gd name="T18" fmla="*/ 790 w 1580"/>
                <a:gd name="T19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0" h="1098">
                  <a:moveTo>
                    <a:pt x="790" y="0"/>
                  </a:moveTo>
                  <a:cubicBezTo>
                    <a:pt x="827" y="0"/>
                    <a:pt x="864" y="14"/>
                    <a:pt x="893" y="43"/>
                  </a:cubicBezTo>
                  <a:cubicBezTo>
                    <a:pt x="1524" y="673"/>
                    <a:pt x="1524" y="673"/>
                    <a:pt x="1524" y="673"/>
                  </a:cubicBezTo>
                  <a:cubicBezTo>
                    <a:pt x="1580" y="730"/>
                    <a:pt x="1580" y="822"/>
                    <a:pt x="1524" y="879"/>
                  </a:cubicBezTo>
                  <a:cubicBezTo>
                    <a:pt x="1305" y="1098"/>
                    <a:pt x="1305" y="1098"/>
                    <a:pt x="1305" y="1098"/>
                  </a:cubicBezTo>
                  <a:cubicBezTo>
                    <a:pt x="276" y="1097"/>
                    <a:pt x="276" y="1097"/>
                    <a:pt x="276" y="1097"/>
                  </a:cubicBezTo>
                  <a:cubicBezTo>
                    <a:pt x="57" y="878"/>
                    <a:pt x="57" y="878"/>
                    <a:pt x="57" y="878"/>
                  </a:cubicBezTo>
                  <a:cubicBezTo>
                    <a:pt x="0" y="821"/>
                    <a:pt x="0" y="729"/>
                    <a:pt x="57" y="673"/>
                  </a:cubicBezTo>
                  <a:cubicBezTo>
                    <a:pt x="687" y="43"/>
                    <a:pt x="687" y="43"/>
                    <a:pt x="687" y="43"/>
                  </a:cubicBezTo>
                  <a:cubicBezTo>
                    <a:pt x="716" y="14"/>
                    <a:pt x="753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rgbClr val="030157"/>
                </a:gs>
                <a:gs pos="100000">
                  <a:srgbClr val="1D25AA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任意多边形: 形状 13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3D20E5F-42EE-47CD-A07B-108C9BD4D2D4}"/>
                </a:ext>
              </a:extLst>
            </p:cNvPr>
            <p:cNvSpPr/>
            <p:nvPr userDrawn="1"/>
          </p:nvSpPr>
          <p:spPr>
            <a:xfrm flipH="1">
              <a:off x="4740841" y="2814428"/>
              <a:ext cx="4403157" cy="4043573"/>
            </a:xfrm>
            <a:custGeom>
              <a:avLst/>
              <a:gdLst>
                <a:gd name="connsiteX0" fmla="*/ 2834585 w 6478607"/>
                <a:gd name="connsiteY0" fmla="*/ 0 h 5949531"/>
                <a:gd name="connsiteX1" fmla="*/ 3317385 w 6478607"/>
                <a:gd name="connsiteY1" fmla="*/ 199498 h 5949531"/>
                <a:gd name="connsiteX2" fmla="*/ 6278892 w 6478607"/>
                <a:gd name="connsiteY2" fmla="*/ 3157794 h 5949531"/>
                <a:gd name="connsiteX3" fmla="*/ 6278892 w 6478607"/>
                <a:gd name="connsiteY3" fmla="*/ 4122348 h 5949531"/>
                <a:gd name="connsiteX4" fmla="*/ 4449726 w 6478607"/>
                <a:gd name="connsiteY4" fmla="*/ 5949531 h 5949531"/>
                <a:gd name="connsiteX5" fmla="*/ 1224421 w 6478607"/>
                <a:gd name="connsiteY5" fmla="*/ 5947045 h 5949531"/>
                <a:gd name="connsiteX6" fmla="*/ 0 w 6478607"/>
                <a:gd name="connsiteY6" fmla="*/ 4723951 h 5949531"/>
                <a:gd name="connsiteX7" fmla="*/ 0 w 6478607"/>
                <a:gd name="connsiteY7" fmla="*/ 2548733 h 5949531"/>
                <a:gd name="connsiteX8" fmla="*/ 2351785 w 6478607"/>
                <a:gd name="connsiteY8" fmla="*/ 199498 h 5949531"/>
                <a:gd name="connsiteX9" fmla="*/ 2834585 w 6478607"/>
                <a:gd name="connsiteY9" fmla="*/ 0 h 59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8607" h="5949531">
                  <a:moveTo>
                    <a:pt x="2834585" y="0"/>
                  </a:moveTo>
                  <a:cubicBezTo>
                    <a:pt x="3009414" y="0"/>
                    <a:pt x="3184242" y="66499"/>
                    <a:pt x="3317385" y="199498"/>
                  </a:cubicBezTo>
                  <a:cubicBezTo>
                    <a:pt x="6278892" y="3157794"/>
                    <a:pt x="6278892" y="3157794"/>
                    <a:pt x="6278892" y="3157794"/>
                  </a:cubicBezTo>
                  <a:cubicBezTo>
                    <a:pt x="6545179" y="3423793"/>
                    <a:pt x="6545179" y="3856350"/>
                    <a:pt x="6278892" y="4122348"/>
                  </a:cubicBezTo>
                  <a:lnTo>
                    <a:pt x="4449726" y="5949531"/>
                  </a:lnTo>
                  <a:cubicBezTo>
                    <a:pt x="1224421" y="5947045"/>
                    <a:pt x="1224421" y="5947045"/>
                    <a:pt x="1224421" y="5947045"/>
                  </a:cubicBezTo>
                  <a:cubicBezTo>
                    <a:pt x="0" y="4723951"/>
                    <a:pt x="0" y="4723951"/>
                    <a:pt x="0" y="4723951"/>
                  </a:cubicBezTo>
                  <a:cubicBezTo>
                    <a:pt x="0" y="2548733"/>
                    <a:pt x="0" y="2548733"/>
                    <a:pt x="0" y="2548733"/>
                  </a:cubicBezTo>
                  <a:cubicBezTo>
                    <a:pt x="2351785" y="199498"/>
                    <a:pt x="2351785" y="199498"/>
                    <a:pt x="2351785" y="199498"/>
                  </a:cubicBezTo>
                  <a:cubicBezTo>
                    <a:pt x="2484928" y="66499"/>
                    <a:pt x="2659757" y="0"/>
                    <a:pt x="2834585" y="0"/>
                  </a:cubicBezTo>
                  <a:close/>
                </a:path>
              </a:pathLst>
            </a:custGeom>
            <a:blipFill>
              <a:blip r:embed="rId2">
                <a:duotone>
                  <a:srgbClr val="423FA5">
                    <a:shade val="45000"/>
                    <a:satMod val="135000"/>
                  </a:srgbClr>
                  <a:prstClr val="white"/>
                </a:duotone>
              </a:blip>
              <a:stretch>
                <a:fillRect l="-18912" r="-1883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4" name="文本框 8">
            <a:extLst>
              <a:ext uri="{FF2B5EF4-FFF2-40B4-BE49-F238E27FC236}">
                <a16:creationId xmlns="" xmlns:p14="http://schemas.microsoft.com/office/powerpoint/2010/main"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51891" y="16013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rgbClr val="030157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90892" y="1487418"/>
            <a:ext cx="17235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/>
              <a:t>概述</a:t>
            </a:r>
          </a:p>
        </p:txBody>
      </p:sp>
      <p:grpSp>
        <p:nvGrpSpPr>
          <p:cNvPr id="16" name="组合 15"/>
          <p:cNvGrpSpPr/>
          <p:nvPr/>
        </p:nvGrpSpPr>
        <p:grpSpPr>
          <a:xfrm rot="5400000" flipH="1">
            <a:off x="-533084" y="1263898"/>
            <a:ext cx="1775060" cy="708892"/>
            <a:chOff x="7560127" y="6132304"/>
            <a:chExt cx="1775060" cy="708892"/>
          </a:xfrm>
        </p:grpSpPr>
        <p:sp>
          <p:nvSpPr>
            <p:cNvPr id="17" name="等腰三角形 16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rot="5400000" flipH="1">
            <a:off x="-516280" y="1583524"/>
            <a:ext cx="1775060" cy="708892"/>
            <a:chOff x="7560127" y="6132304"/>
            <a:chExt cx="1775060" cy="708892"/>
          </a:xfrm>
        </p:grpSpPr>
        <p:sp>
          <p:nvSpPr>
            <p:cNvPr id="20" name="等腰三角形 19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-363880" y="1735924"/>
            <a:ext cx="1775060" cy="708892"/>
            <a:chOff x="7560127" y="6132304"/>
            <a:chExt cx="1775060" cy="708892"/>
          </a:xfrm>
        </p:grpSpPr>
        <p:sp>
          <p:nvSpPr>
            <p:cNvPr id="23" name="等腰三角形 22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5400000" flipH="1">
            <a:off x="-211480" y="1888324"/>
            <a:ext cx="1775060" cy="708892"/>
            <a:chOff x="7560127" y="6132304"/>
            <a:chExt cx="1775060" cy="708892"/>
          </a:xfrm>
        </p:grpSpPr>
        <p:sp>
          <p:nvSpPr>
            <p:cNvPr id="26" name="等腰三角形 25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55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0" y="1262744"/>
            <a:ext cx="8432800" cy="457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075543" y="145145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/>
              <a:t>方案</a:t>
            </a:r>
            <a:r>
              <a:rPr lang="zh-CN" altLang="en-US" sz="3600" b="1" dirty="0"/>
              <a:t>需求</a:t>
            </a:r>
          </a:p>
        </p:txBody>
      </p:sp>
      <p:sp>
        <p:nvSpPr>
          <p:cNvPr id="3" name="矩形 2"/>
          <p:cNvSpPr/>
          <p:nvPr/>
        </p:nvSpPr>
        <p:spPr>
          <a:xfrm>
            <a:off x="435435" y="2247478"/>
            <a:ext cx="8412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TW" altLang="en-US" sz="2400" b="1" dirty="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</a:t>
            </a:r>
            <a:r>
              <a:rPr lang="zh-TW" altLang="en-US" sz="2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醫行業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對於電腦化系統管理要求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(GMP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藥廠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PIC/S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認證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資料軌跡必須完整記錄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，且資料不受更改及丟失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00568" y="3958292"/>
            <a:ext cx="2892809" cy="3126018"/>
            <a:chOff x="3855761" y="1287663"/>
            <a:chExt cx="4480478" cy="4841680"/>
          </a:xfrm>
        </p:grpSpPr>
        <p:sp>
          <p:nvSpPr>
            <p:cNvPr id="6" name="išļ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C4B07EA-3414-496B-BCA0-1ED39AAB003A}"/>
                </a:ext>
              </a:extLst>
            </p:cNvPr>
            <p:cNvSpPr/>
            <p:nvPr/>
          </p:nvSpPr>
          <p:spPr>
            <a:xfrm>
              <a:off x="4570279" y="2363383"/>
              <a:ext cx="3286910" cy="3286910"/>
            </a:xfrm>
            <a:custGeom>
              <a:avLst/>
              <a:gdLst>
                <a:gd name="connsiteX0" fmla="*/ 3286911 w 3286910"/>
                <a:gd name="connsiteY0" fmla="*/ 1643455 h 3286910"/>
                <a:gd name="connsiteX1" fmla="*/ 1643455 w 3286910"/>
                <a:gd name="connsiteY1" fmla="*/ 3286911 h 3286910"/>
                <a:gd name="connsiteX2" fmla="*/ 0 w 3286910"/>
                <a:gd name="connsiteY2" fmla="*/ 1643455 h 3286910"/>
                <a:gd name="connsiteX3" fmla="*/ 1643455 w 3286910"/>
                <a:gd name="connsiteY3" fmla="*/ 0 h 3286910"/>
                <a:gd name="connsiteX4" fmla="*/ 3286911 w 3286910"/>
                <a:gd name="connsiteY4" fmla="*/ 1643455 h 328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6910" h="3286910">
                  <a:moveTo>
                    <a:pt x="3286911" y="1643455"/>
                  </a:moveTo>
                  <a:cubicBezTo>
                    <a:pt x="3286911" y="2551111"/>
                    <a:pt x="2551111" y="3286911"/>
                    <a:pt x="1643455" y="3286911"/>
                  </a:cubicBezTo>
                  <a:cubicBezTo>
                    <a:pt x="735800" y="3286911"/>
                    <a:pt x="0" y="2551111"/>
                    <a:pt x="0" y="1643455"/>
                  </a:cubicBezTo>
                  <a:cubicBezTo>
                    <a:pt x="0" y="735800"/>
                    <a:pt x="735800" y="0"/>
                    <a:pt x="1643455" y="0"/>
                  </a:cubicBezTo>
                  <a:cubicBezTo>
                    <a:pt x="2551111" y="0"/>
                    <a:pt x="3286911" y="735800"/>
                    <a:pt x="3286911" y="1643455"/>
                  </a:cubicBezTo>
                  <a:close/>
                </a:path>
              </a:pathLst>
            </a:custGeom>
            <a:solidFill>
              <a:srgbClr val="C0CEE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îšḻ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EEC143B-AF5B-4FAE-BAD2-75B25AC09429}"/>
                </a:ext>
              </a:extLst>
            </p:cNvPr>
            <p:cNvSpPr/>
            <p:nvPr/>
          </p:nvSpPr>
          <p:spPr>
            <a:xfrm>
              <a:off x="3876251" y="2484020"/>
              <a:ext cx="392541" cy="949847"/>
            </a:xfrm>
            <a:custGeom>
              <a:avLst/>
              <a:gdLst>
                <a:gd name="connsiteX0" fmla="*/ 0 w 392541"/>
                <a:gd name="connsiteY0" fmla="*/ 0 h 949847"/>
                <a:gd name="connsiteX1" fmla="*/ 392541 w 392541"/>
                <a:gd name="connsiteY1" fmla="*/ 949847 h 94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541" h="949847">
                  <a:moveTo>
                    <a:pt x="0" y="0"/>
                  </a:moveTo>
                  <a:lnTo>
                    <a:pt x="392541" y="949847"/>
                  </a:lnTo>
                </a:path>
              </a:pathLst>
            </a:custGeom>
            <a:ln w="279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i$ḷ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26520AF-903E-487E-A45B-02BE6BA3B182}"/>
                </a:ext>
              </a:extLst>
            </p:cNvPr>
            <p:cNvSpPr/>
            <p:nvPr/>
          </p:nvSpPr>
          <p:spPr>
            <a:xfrm>
              <a:off x="3855761" y="2853972"/>
              <a:ext cx="733330" cy="690321"/>
            </a:xfrm>
            <a:custGeom>
              <a:avLst/>
              <a:gdLst>
                <a:gd name="connsiteX0" fmla="*/ 733331 w 733330"/>
                <a:gd name="connsiteY0" fmla="*/ 484085 h 690321"/>
                <a:gd name="connsiteX1" fmla="*/ 584371 w 733330"/>
                <a:gd name="connsiteY1" fmla="*/ 183368 h 690321"/>
                <a:gd name="connsiteX2" fmla="*/ 286451 w 733330"/>
                <a:gd name="connsiteY2" fmla="*/ 0 h 690321"/>
                <a:gd name="connsiteX3" fmla="*/ 197634 w 733330"/>
                <a:gd name="connsiteY3" fmla="*/ 88817 h 690321"/>
                <a:gd name="connsiteX4" fmla="*/ 0 w 733330"/>
                <a:gd name="connsiteY4" fmla="*/ 106020 h 690321"/>
                <a:gd name="connsiteX5" fmla="*/ 85949 w 733330"/>
                <a:gd name="connsiteY5" fmla="*/ 484085 h 690321"/>
                <a:gd name="connsiteX6" fmla="*/ 280716 w 733330"/>
                <a:gd name="connsiteY6" fmla="*/ 521360 h 690321"/>
                <a:gd name="connsiteX7" fmla="*/ 354777 w 733330"/>
                <a:gd name="connsiteY7" fmla="*/ 690321 h 690321"/>
                <a:gd name="connsiteX8" fmla="*/ 733331 w 733330"/>
                <a:gd name="connsiteY8" fmla="*/ 484085 h 690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3330" h="690321">
                  <a:moveTo>
                    <a:pt x="733331" y="484085"/>
                  </a:moveTo>
                  <a:lnTo>
                    <a:pt x="584371" y="183368"/>
                  </a:lnTo>
                  <a:lnTo>
                    <a:pt x="286451" y="0"/>
                  </a:lnTo>
                  <a:lnTo>
                    <a:pt x="197634" y="88817"/>
                  </a:lnTo>
                  <a:lnTo>
                    <a:pt x="0" y="106020"/>
                  </a:lnTo>
                  <a:lnTo>
                    <a:pt x="85949" y="484085"/>
                  </a:lnTo>
                  <a:lnTo>
                    <a:pt x="280716" y="521360"/>
                  </a:lnTo>
                  <a:lnTo>
                    <a:pt x="354777" y="690321"/>
                  </a:lnTo>
                  <a:lnTo>
                    <a:pt x="733331" y="484085"/>
                  </a:lnTo>
                  <a:close/>
                </a:path>
              </a:pathLst>
            </a:custGeom>
            <a:solidFill>
              <a:srgbClr val="FFB1A5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ïŝľï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E9097D4-319D-42F7-B112-D27192BE27E4}"/>
                </a:ext>
              </a:extLst>
            </p:cNvPr>
            <p:cNvSpPr/>
            <p:nvPr/>
          </p:nvSpPr>
          <p:spPr>
            <a:xfrm>
              <a:off x="4148086" y="3184202"/>
              <a:ext cx="441005" cy="360091"/>
            </a:xfrm>
            <a:custGeom>
              <a:avLst/>
              <a:gdLst>
                <a:gd name="connsiteX0" fmla="*/ 441006 w 441005"/>
                <a:gd name="connsiteY0" fmla="*/ 153855 h 360091"/>
                <a:gd name="connsiteX1" fmla="*/ 62451 w 441005"/>
                <a:gd name="connsiteY1" fmla="*/ 360092 h 360091"/>
                <a:gd name="connsiteX2" fmla="*/ 0 w 441005"/>
                <a:gd name="connsiteY2" fmla="*/ 217635 h 360091"/>
                <a:gd name="connsiteX3" fmla="*/ 364777 w 441005"/>
                <a:gd name="connsiteY3" fmla="*/ 0 h 360091"/>
                <a:gd name="connsiteX4" fmla="*/ 441006 w 441005"/>
                <a:gd name="connsiteY4" fmla="*/ 153855 h 36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005" h="360091">
                  <a:moveTo>
                    <a:pt x="441006" y="153855"/>
                  </a:moveTo>
                  <a:lnTo>
                    <a:pt x="62451" y="360092"/>
                  </a:lnTo>
                  <a:lnTo>
                    <a:pt x="0" y="217635"/>
                  </a:lnTo>
                  <a:lnTo>
                    <a:pt x="364777" y="0"/>
                  </a:lnTo>
                  <a:lnTo>
                    <a:pt x="441006" y="153855"/>
                  </a:lnTo>
                  <a:close/>
                </a:path>
              </a:pathLst>
            </a:custGeom>
            <a:solidFill>
              <a:srgbClr val="E2837F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ísl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A313A5E-B02B-4C3D-B2C3-B0912EA0695B}"/>
                </a:ext>
              </a:extLst>
            </p:cNvPr>
            <p:cNvSpPr/>
            <p:nvPr/>
          </p:nvSpPr>
          <p:spPr>
            <a:xfrm>
              <a:off x="3987587" y="2942789"/>
              <a:ext cx="171828" cy="103653"/>
            </a:xfrm>
            <a:custGeom>
              <a:avLst/>
              <a:gdLst>
                <a:gd name="connsiteX0" fmla="*/ 65228 w 171828"/>
                <a:gd name="connsiteY0" fmla="*/ -186 h 103653"/>
                <a:gd name="connsiteX1" fmla="*/ -650 w 171828"/>
                <a:gd name="connsiteY1" fmla="*/ 59957 h 103653"/>
                <a:gd name="connsiteX2" fmla="*/ 88097 w 171828"/>
                <a:gd name="connsiteY2" fmla="*/ 102967 h 103653"/>
                <a:gd name="connsiteX3" fmla="*/ 171179 w 171828"/>
                <a:gd name="connsiteY3" fmla="*/ 51635 h 10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828" h="103653">
                  <a:moveTo>
                    <a:pt x="65228" y="-186"/>
                  </a:moveTo>
                  <a:lnTo>
                    <a:pt x="-650" y="59957"/>
                  </a:lnTo>
                  <a:cubicBezTo>
                    <a:pt x="-650" y="59957"/>
                    <a:pt x="50892" y="108911"/>
                    <a:pt x="88097" y="102967"/>
                  </a:cubicBezTo>
                  <a:cubicBezTo>
                    <a:pt x="125302" y="97022"/>
                    <a:pt x="171179" y="51635"/>
                    <a:pt x="171179" y="51635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îS1i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E918F76-67E7-4542-9EAB-7E6A4BFB767A}"/>
                </a:ext>
              </a:extLst>
            </p:cNvPr>
            <p:cNvSpPr/>
            <p:nvPr/>
          </p:nvSpPr>
          <p:spPr>
            <a:xfrm>
              <a:off x="4104656" y="3035871"/>
              <a:ext cx="222810" cy="119848"/>
            </a:xfrm>
            <a:custGeom>
              <a:avLst/>
              <a:gdLst>
                <a:gd name="connsiteX0" fmla="*/ 222161 w 222810"/>
                <a:gd name="connsiteY0" fmla="*/ 118702 h 119848"/>
                <a:gd name="connsiteX1" fmla="*/ -650 w 222810"/>
                <a:gd name="connsiteY1" fmla="*/ -186 h 119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2810" h="119848">
                  <a:moveTo>
                    <a:pt x="222161" y="118702"/>
                  </a:moveTo>
                  <a:cubicBezTo>
                    <a:pt x="222161" y="118702"/>
                    <a:pt x="59144" y="138354"/>
                    <a:pt x="-650" y="-186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îṣḻï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D3E56F1-21B6-4E3A-8262-CDD07FBAC0B1}"/>
                </a:ext>
              </a:extLst>
            </p:cNvPr>
            <p:cNvSpPr/>
            <p:nvPr/>
          </p:nvSpPr>
          <p:spPr>
            <a:xfrm>
              <a:off x="3877440" y="3032025"/>
              <a:ext cx="149379" cy="23288"/>
            </a:xfrm>
            <a:custGeom>
              <a:avLst/>
              <a:gdLst>
                <a:gd name="connsiteX0" fmla="*/ 149380 w 149379"/>
                <a:gd name="connsiteY0" fmla="*/ 0 h 23288"/>
                <a:gd name="connsiteX1" fmla="*/ 0 w 149379"/>
                <a:gd name="connsiteY1" fmla="*/ 23288 h 23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379" h="23288">
                  <a:moveTo>
                    <a:pt x="149380" y="0"/>
                  </a:moveTo>
                  <a:lnTo>
                    <a:pt x="0" y="2328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îSľiḑ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BCA438D-51DA-4A72-AD6E-ED483138FFE3}"/>
                </a:ext>
              </a:extLst>
            </p:cNvPr>
            <p:cNvSpPr/>
            <p:nvPr/>
          </p:nvSpPr>
          <p:spPr>
            <a:xfrm>
              <a:off x="3901917" y="3095665"/>
              <a:ext cx="243091" cy="67276"/>
            </a:xfrm>
            <a:custGeom>
              <a:avLst/>
              <a:gdLst>
                <a:gd name="connsiteX0" fmla="*/ 243092 w 243091"/>
                <a:gd name="connsiteY0" fmla="*/ 0 h 67276"/>
                <a:gd name="connsiteX1" fmla="*/ 0 w 243091"/>
                <a:gd name="connsiteY1" fmla="*/ 67277 h 6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091" h="67276">
                  <a:moveTo>
                    <a:pt x="243092" y="0"/>
                  </a:moveTo>
                  <a:lnTo>
                    <a:pt x="0" y="67277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ïšlïd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F7E0ABD-8422-46ED-9E87-C9D97BDFD85B}"/>
                </a:ext>
              </a:extLst>
            </p:cNvPr>
            <p:cNvSpPr/>
            <p:nvPr/>
          </p:nvSpPr>
          <p:spPr>
            <a:xfrm>
              <a:off x="4121231" y="3119932"/>
              <a:ext cx="120286" cy="193298"/>
            </a:xfrm>
            <a:custGeom>
              <a:avLst/>
              <a:gdLst>
                <a:gd name="connsiteX0" fmla="*/ 53710 w 120286"/>
                <a:gd name="connsiteY0" fmla="*/ 0 h 193298"/>
                <a:gd name="connsiteX1" fmla="*/ 120287 w 120286"/>
                <a:gd name="connsiteY1" fmla="*/ 115042 h 193298"/>
                <a:gd name="connsiteX2" fmla="*/ 0 w 120286"/>
                <a:gd name="connsiteY2" fmla="*/ 193298 h 19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286" h="193298">
                  <a:moveTo>
                    <a:pt x="53710" y="0"/>
                  </a:moveTo>
                  <a:lnTo>
                    <a:pt x="120287" y="115042"/>
                  </a:lnTo>
                  <a:lnTo>
                    <a:pt x="0" y="193298"/>
                  </a:ln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i$ļi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E0C465BE-2AFD-4810-A8D2-1316BF1908A1}"/>
                </a:ext>
              </a:extLst>
            </p:cNvPr>
            <p:cNvSpPr/>
            <p:nvPr/>
          </p:nvSpPr>
          <p:spPr>
            <a:xfrm>
              <a:off x="3925765" y="3155669"/>
              <a:ext cx="265890" cy="112314"/>
            </a:xfrm>
            <a:custGeom>
              <a:avLst/>
              <a:gdLst>
                <a:gd name="connsiteX0" fmla="*/ 265890 w 265890"/>
                <a:gd name="connsiteY0" fmla="*/ 0 h 112314"/>
                <a:gd name="connsiteX1" fmla="*/ 0 w 265890"/>
                <a:gd name="connsiteY1" fmla="*/ 112315 h 112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5890" h="112314">
                  <a:moveTo>
                    <a:pt x="265890" y="0"/>
                  </a:moveTo>
                  <a:lnTo>
                    <a:pt x="0" y="112315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i$lí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0979855-4A38-4D2E-BF52-E72DF3BB1B1E}"/>
                </a:ext>
              </a:extLst>
            </p:cNvPr>
            <p:cNvSpPr/>
            <p:nvPr/>
          </p:nvSpPr>
          <p:spPr>
            <a:xfrm>
              <a:off x="4159275" y="2988526"/>
              <a:ext cx="3420435" cy="2661522"/>
            </a:xfrm>
            <a:custGeom>
              <a:avLst/>
              <a:gdLst>
                <a:gd name="connsiteX0" fmla="*/ 3413961 w 3420435"/>
                <a:gd name="connsiteY0" fmla="*/ 1766423 h 2661522"/>
                <a:gd name="connsiteX1" fmla="*/ 2905959 w 3420435"/>
                <a:gd name="connsiteY1" fmla="*/ 490542 h 2661522"/>
                <a:gd name="connsiteX2" fmla="*/ 2429356 w 3420435"/>
                <a:gd name="connsiteY2" fmla="*/ 154438 h 2661522"/>
                <a:gd name="connsiteX3" fmla="*/ 2123184 w 3420435"/>
                <a:gd name="connsiteY3" fmla="*/ -186 h 2661522"/>
                <a:gd name="connsiteX4" fmla="*/ 1737287 w 3420435"/>
                <a:gd name="connsiteY4" fmla="*/ 120101 h 2661522"/>
                <a:gd name="connsiteX5" fmla="*/ 1206416 w 3420435"/>
                <a:gd name="connsiteY5" fmla="*/ 433266 h 2661522"/>
                <a:gd name="connsiteX6" fmla="*/ 767019 w 3420435"/>
                <a:gd name="connsiteY6" fmla="*/ 918470 h 2661522"/>
                <a:gd name="connsiteX7" fmla="*/ 404200 w 3420435"/>
                <a:gd name="connsiteY7" fmla="*/ 246262 h 2661522"/>
                <a:gd name="connsiteX8" fmla="*/ -650 w 3420435"/>
                <a:gd name="connsiteY8" fmla="*/ 483059 h 2661522"/>
                <a:gd name="connsiteX9" fmla="*/ 480568 w 3420435"/>
                <a:gd name="connsiteY9" fmla="*/ 1816007 h 2661522"/>
                <a:gd name="connsiteX10" fmla="*/ 1007663 w 3420435"/>
                <a:gd name="connsiteY10" fmla="*/ 1823630 h 2661522"/>
                <a:gd name="connsiteX11" fmla="*/ 982626 w 3420435"/>
                <a:gd name="connsiteY11" fmla="*/ 2264216 h 2661522"/>
                <a:gd name="connsiteX12" fmla="*/ 2944003 w 3420435"/>
                <a:gd name="connsiteY12" fmla="*/ 2399399 h 2661522"/>
                <a:gd name="connsiteX13" fmla="*/ 2944003 w 3420435"/>
                <a:gd name="connsiteY13" fmla="*/ 2102178 h 2661522"/>
                <a:gd name="connsiteX14" fmla="*/ 3312767 w 3420435"/>
                <a:gd name="connsiteY14" fmla="*/ 1965666 h 2661522"/>
                <a:gd name="connsiteX15" fmla="*/ 3413961 w 3420435"/>
                <a:gd name="connsiteY15" fmla="*/ 1766423 h 266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0435" h="2661522">
                  <a:moveTo>
                    <a:pt x="3413961" y="1766423"/>
                  </a:moveTo>
                  <a:cubicBezTo>
                    <a:pt x="3477461" y="1230867"/>
                    <a:pt x="3002887" y="673560"/>
                    <a:pt x="2905959" y="490542"/>
                  </a:cubicBezTo>
                  <a:cubicBezTo>
                    <a:pt x="2802876" y="295776"/>
                    <a:pt x="2429356" y="154438"/>
                    <a:pt x="2429356" y="154438"/>
                  </a:cubicBezTo>
                  <a:cubicBezTo>
                    <a:pt x="2369003" y="24640"/>
                    <a:pt x="2123184" y="-186"/>
                    <a:pt x="2123184" y="-186"/>
                  </a:cubicBezTo>
                  <a:cubicBezTo>
                    <a:pt x="1699453" y="28487"/>
                    <a:pt x="1737287" y="120101"/>
                    <a:pt x="1737287" y="120101"/>
                  </a:cubicBezTo>
                  <a:cubicBezTo>
                    <a:pt x="1412652" y="196469"/>
                    <a:pt x="1206416" y="433266"/>
                    <a:pt x="1206416" y="433266"/>
                  </a:cubicBezTo>
                  <a:lnTo>
                    <a:pt x="767019" y="918470"/>
                  </a:lnTo>
                  <a:lnTo>
                    <a:pt x="404200" y="246262"/>
                  </a:lnTo>
                  <a:lnTo>
                    <a:pt x="-650" y="483059"/>
                  </a:lnTo>
                  <a:cubicBezTo>
                    <a:pt x="-650" y="483059"/>
                    <a:pt x="197964" y="1594455"/>
                    <a:pt x="480568" y="1816007"/>
                  </a:cubicBezTo>
                  <a:cubicBezTo>
                    <a:pt x="763173" y="2037559"/>
                    <a:pt x="1007663" y="1823630"/>
                    <a:pt x="1007663" y="1823630"/>
                  </a:cubicBezTo>
                  <a:lnTo>
                    <a:pt x="982626" y="2264216"/>
                  </a:lnTo>
                  <a:cubicBezTo>
                    <a:pt x="1534415" y="2738482"/>
                    <a:pt x="2332358" y="2793478"/>
                    <a:pt x="2944003" y="2399399"/>
                  </a:cubicBezTo>
                  <a:lnTo>
                    <a:pt x="2944003" y="2102178"/>
                  </a:lnTo>
                  <a:cubicBezTo>
                    <a:pt x="3122336" y="2102178"/>
                    <a:pt x="3241923" y="2029726"/>
                    <a:pt x="3312767" y="1965666"/>
                  </a:cubicBezTo>
                  <a:cubicBezTo>
                    <a:pt x="3369483" y="1913677"/>
                    <a:pt x="3405429" y="1842890"/>
                    <a:pt x="3413961" y="1766423"/>
                  </a:cubicBezTo>
                  <a:close/>
                </a:path>
              </a:pathLst>
            </a:custGeom>
            <a:gradFill>
              <a:gsLst>
                <a:gs pos="0">
                  <a:srgbClr val="ED5983"/>
                </a:gs>
                <a:gs pos="74000">
                  <a:srgbClr val="F84646"/>
                </a:gs>
              </a:gsLst>
              <a:lin ang="2700000" scaled="1"/>
            </a:gradFill>
            <a:ln w="7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íšļî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BAAA2A-DE34-4EB9-975D-39D970F9DFB8}"/>
                </a:ext>
              </a:extLst>
            </p:cNvPr>
            <p:cNvSpPr/>
            <p:nvPr/>
          </p:nvSpPr>
          <p:spPr>
            <a:xfrm>
              <a:off x="5896443" y="3048739"/>
              <a:ext cx="488700" cy="2601554"/>
            </a:xfrm>
            <a:custGeom>
              <a:avLst/>
              <a:gdLst>
                <a:gd name="connsiteX0" fmla="*/ -650 w 488700"/>
                <a:gd name="connsiteY0" fmla="*/ 2570668 h 2601554"/>
                <a:gd name="connsiteX1" fmla="*/ 316642 w 488700"/>
                <a:gd name="connsiteY1" fmla="*/ 2601369 h 2601554"/>
                <a:gd name="connsiteX2" fmla="*/ 375247 w 488700"/>
                <a:gd name="connsiteY2" fmla="*/ 2600250 h 2601554"/>
                <a:gd name="connsiteX3" fmla="*/ 488051 w 488700"/>
                <a:gd name="connsiteY3" fmla="*/ -186 h 2601554"/>
                <a:gd name="connsiteX4" fmla="*/ 202369 w 488700"/>
                <a:gd name="connsiteY4" fmla="*/ -186 h 260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700" h="2601554">
                  <a:moveTo>
                    <a:pt x="-650" y="2570668"/>
                  </a:moveTo>
                  <a:cubicBezTo>
                    <a:pt x="103881" y="2591102"/>
                    <a:pt x="210139" y="2601383"/>
                    <a:pt x="316642" y="2601369"/>
                  </a:cubicBezTo>
                  <a:cubicBezTo>
                    <a:pt x="336293" y="2601369"/>
                    <a:pt x="355735" y="2600879"/>
                    <a:pt x="375247" y="2600250"/>
                  </a:cubicBezTo>
                  <a:lnTo>
                    <a:pt x="488051" y="-186"/>
                  </a:lnTo>
                  <a:lnTo>
                    <a:pt x="202369" y="-186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íšľï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C07AECC-0E4D-4FB7-9D8C-460C604ED0F9}"/>
                </a:ext>
              </a:extLst>
            </p:cNvPr>
            <p:cNvSpPr/>
            <p:nvPr/>
          </p:nvSpPr>
          <p:spPr>
            <a:xfrm>
              <a:off x="6491094" y="3143290"/>
              <a:ext cx="184710" cy="349461"/>
            </a:xfrm>
            <a:custGeom>
              <a:avLst/>
              <a:gdLst>
                <a:gd name="connsiteX0" fmla="*/ 97537 w 184710"/>
                <a:gd name="connsiteY0" fmla="*/ -186 h 349461"/>
                <a:gd name="connsiteX1" fmla="*/ 182648 w 184710"/>
                <a:gd name="connsiteY1" fmla="*/ 234723 h 349461"/>
                <a:gd name="connsiteX2" fmla="*/ -650 w 184710"/>
                <a:gd name="connsiteY2" fmla="*/ 349275 h 349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710" h="349461">
                  <a:moveTo>
                    <a:pt x="97537" y="-186"/>
                  </a:moveTo>
                  <a:cubicBezTo>
                    <a:pt x="97537" y="-186"/>
                    <a:pt x="196985" y="183181"/>
                    <a:pt x="182648" y="234723"/>
                  </a:cubicBezTo>
                  <a:cubicBezTo>
                    <a:pt x="168311" y="286265"/>
                    <a:pt x="-650" y="349275"/>
                    <a:pt x="-650" y="349275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i$ļï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517A4-22AA-4627-BC44-7E2804D2627A}"/>
                </a:ext>
              </a:extLst>
            </p:cNvPr>
            <p:cNvSpPr/>
            <p:nvPr/>
          </p:nvSpPr>
          <p:spPr>
            <a:xfrm>
              <a:off x="6350736" y="3530027"/>
              <a:ext cx="316022" cy="885088"/>
            </a:xfrm>
            <a:custGeom>
              <a:avLst/>
              <a:gdLst>
                <a:gd name="connsiteX0" fmla="*/ 196495 w 316022"/>
                <a:gd name="connsiteY0" fmla="*/ -186 h 885088"/>
                <a:gd name="connsiteX1" fmla="*/ 311606 w 316022"/>
                <a:gd name="connsiteY1" fmla="*/ 185979 h 885088"/>
                <a:gd name="connsiteX2" fmla="*/ -650 w 316022"/>
                <a:gd name="connsiteY2" fmla="*/ 884902 h 88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022" h="885088">
                  <a:moveTo>
                    <a:pt x="196495" y="-186"/>
                  </a:moveTo>
                  <a:cubicBezTo>
                    <a:pt x="196495" y="-186"/>
                    <a:pt x="340209" y="111709"/>
                    <a:pt x="311606" y="185979"/>
                  </a:cubicBezTo>
                  <a:cubicBezTo>
                    <a:pt x="283004" y="260249"/>
                    <a:pt x="-650" y="884902"/>
                    <a:pt x="-650" y="884902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íṧḻi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2C649C4-6E1D-4F0C-AE60-7F167EA577AC}"/>
                </a:ext>
              </a:extLst>
            </p:cNvPr>
            <p:cNvSpPr/>
            <p:nvPr/>
          </p:nvSpPr>
          <p:spPr>
            <a:xfrm>
              <a:off x="5746364" y="3108953"/>
              <a:ext cx="203368" cy="366385"/>
            </a:xfrm>
            <a:custGeom>
              <a:avLst/>
              <a:gdLst>
                <a:gd name="connsiteX0" fmla="*/ 150198 w 203368"/>
                <a:gd name="connsiteY0" fmla="*/ -186 h 366385"/>
                <a:gd name="connsiteX1" fmla="*/ -650 w 203368"/>
                <a:gd name="connsiteY1" fmla="*/ 274795 h 366385"/>
                <a:gd name="connsiteX2" fmla="*/ 202719 w 203368"/>
                <a:gd name="connsiteY2" fmla="*/ 366200 h 36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368" h="366385">
                  <a:moveTo>
                    <a:pt x="150198" y="-186"/>
                  </a:moveTo>
                  <a:cubicBezTo>
                    <a:pt x="150198" y="-186"/>
                    <a:pt x="-650" y="220387"/>
                    <a:pt x="-650" y="274795"/>
                  </a:cubicBezTo>
                  <a:cubicBezTo>
                    <a:pt x="-650" y="329204"/>
                    <a:pt x="202719" y="366200"/>
                    <a:pt x="202719" y="366200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íṥľiď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547199-352B-44A0-855C-8D21C74FCBCF}"/>
                </a:ext>
              </a:extLst>
            </p:cNvPr>
            <p:cNvSpPr/>
            <p:nvPr/>
          </p:nvSpPr>
          <p:spPr>
            <a:xfrm>
              <a:off x="5746322" y="3492752"/>
              <a:ext cx="203668" cy="922013"/>
            </a:xfrm>
            <a:custGeom>
              <a:avLst/>
              <a:gdLst>
                <a:gd name="connsiteX0" fmla="*/ 142618 w 203668"/>
                <a:gd name="connsiteY0" fmla="*/ -186 h 922013"/>
                <a:gd name="connsiteX1" fmla="*/ -608 w 203668"/>
                <a:gd name="connsiteY1" fmla="*/ 251577 h 922013"/>
                <a:gd name="connsiteX2" fmla="*/ 202761 w 203668"/>
                <a:gd name="connsiteY2" fmla="*/ 921827 h 92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8" h="922013">
                  <a:moveTo>
                    <a:pt x="142618" y="-186"/>
                  </a:moveTo>
                  <a:cubicBezTo>
                    <a:pt x="142618" y="-186"/>
                    <a:pt x="-3475" y="194651"/>
                    <a:pt x="-608" y="251577"/>
                  </a:cubicBezTo>
                  <a:cubicBezTo>
                    <a:pt x="2259" y="308504"/>
                    <a:pt x="211363" y="844480"/>
                    <a:pt x="202761" y="921827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íSlî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8038509-BE7C-4160-A9CE-0E5D4D20DFF0}"/>
                </a:ext>
              </a:extLst>
            </p:cNvPr>
            <p:cNvSpPr/>
            <p:nvPr/>
          </p:nvSpPr>
          <p:spPr>
            <a:xfrm>
              <a:off x="5167727" y="3839416"/>
              <a:ext cx="151827" cy="972925"/>
            </a:xfrm>
            <a:custGeom>
              <a:avLst/>
              <a:gdLst>
                <a:gd name="connsiteX0" fmla="*/ -650 w 151827"/>
                <a:gd name="connsiteY0" fmla="*/ 972739 h 972925"/>
                <a:gd name="connsiteX1" fmla="*/ 151178 w 151827"/>
                <a:gd name="connsiteY1" fmla="*/ -186 h 97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1827" h="972925">
                  <a:moveTo>
                    <a:pt x="-650" y="972739"/>
                  </a:moveTo>
                  <a:cubicBezTo>
                    <a:pt x="-650" y="972739"/>
                    <a:pt x="108168" y="105554"/>
                    <a:pt x="151178" y="-186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ïsľí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30131E71-E1FD-4D0C-9846-5DBFA7E7EB94}"/>
                </a:ext>
              </a:extLst>
            </p:cNvPr>
            <p:cNvSpPr/>
            <p:nvPr/>
          </p:nvSpPr>
          <p:spPr>
            <a:xfrm>
              <a:off x="4926944" y="3907182"/>
              <a:ext cx="89514" cy="336104"/>
            </a:xfrm>
            <a:custGeom>
              <a:avLst/>
              <a:gdLst>
                <a:gd name="connsiteX0" fmla="*/ -650 w 89514"/>
                <a:gd name="connsiteY0" fmla="*/ -186 h 336104"/>
                <a:gd name="connsiteX1" fmla="*/ 76697 w 89514"/>
                <a:gd name="connsiteY1" fmla="*/ 335918 h 336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514" h="336104">
                  <a:moveTo>
                    <a:pt x="-650" y="-186"/>
                  </a:moveTo>
                  <a:cubicBezTo>
                    <a:pt x="-650" y="-186"/>
                    <a:pt x="128239" y="178356"/>
                    <a:pt x="76697" y="335918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î$ḷí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C3C18A9-BED7-4B5C-8E07-46AA8274C7DE}"/>
                </a:ext>
              </a:extLst>
            </p:cNvPr>
            <p:cNvSpPr/>
            <p:nvPr/>
          </p:nvSpPr>
          <p:spPr>
            <a:xfrm>
              <a:off x="6071628" y="3222316"/>
              <a:ext cx="297850" cy="116020"/>
            </a:xfrm>
            <a:custGeom>
              <a:avLst/>
              <a:gdLst>
                <a:gd name="connsiteX0" fmla="*/ 297850 w 297850"/>
                <a:gd name="connsiteY0" fmla="*/ 116021 h 116020"/>
                <a:gd name="connsiteX1" fmla="*/ 138260 w 297850"/>
                <a:gd name="connsiteY1" fmla="*/ 0 h 116020"/>
                <a:gd name="connsiteX2" fmla="*/ 0 w 297850"/>
                <a:gd name="connsiteY2" fmla="*/ 110076 h 1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7850" h="116020">
                  <a:moveTo>
                    <a:pt x="297850" y="116021"/>
                  </a:moveTo>
                  <a:lnTo>
                    <a:pt x="138260" y="0"/>
                  </a:lnTo>
                  <a:lnTo>
                    <a:pt x="0" y="110076"/>
                  </a:lnTo>
                </a:path>
              </a:pathLst>
            </a:custGeom>
            <a:noFill/>
            <a:ln w="6984" cap="rnd">
              <a:gradFill>
                <a:gsLst>
                  <a:gs pos="0">
                    <a:srgbClr val="F4EBFD"/>
                  </a:gs>
                  <a:gs pos="100000">
                    <a:srgbClr val="B67EF4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i$ḷí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613A655-3A22-47C5-80A3-6A5121E19896}"/>
                </a:ext>
              </a:extLst>
            </p:cNvPr>
            <p:cNvSpPr/>
            <p:nvPr/>
          </p:nvSpPr>
          <p:spPr>
            <a:xfrm>
              <a:off x="6028618" y="3222316"/>
              <a:ext cx="271414" cy="1471556"/>
            </a:xfrm>
            <a:custGeom>
              <a:avLst/>
              <a:gdLst>
                <a:gd name="connsiteX0" fmla="*/ 144484 w 271414"/>
                <a:gd name="connsiteY0" fmla="*/ 133015 h 1471556"/>
                <a:gd name="connsiteX1" fmla="*/ 98957 w 271414"/>
                <a:gd name="connsiteY1" fmla="*/ 65528 h 1471556"/>
                <a:gd name="connsiteX2" fmla="*/ 181270 w 271414"/>
                <a:gd name="connsiteY2" fmla="*/ 0 h 1471556"/>
                <a:gd name="connsiteX3" fmla="*/ 271415 w 271414"/>
                <a:gd name="connsiteY3" fmla="*/ 65528 h 1471556"/>
                <a:gd name="connsiteX4" fmla="*/ 211621 w 271414"/>
                <a:gd name="connsiteY4" fmla="*/ 137840 h 1471556"/>
                <a:gd name="connsiteX5" fmla="*/ 239245 w 271414"/>
                <a:gd name="connsiteY5" fmla="*/ 1383719 h 1471556"/>
                <a:gd name="connsiteX6" fmla="*/ 115042 w 271414"/>
                <a:gd name="connsiteY6" fmla="*/ 1471557 h 1471556"/>
                <a:gd name="connsiteX7" fmla="*/ 0 w 271414"/>
                <a:gd name="connsiteY7" fmla="*/ 1371691 h 1471556"/>
                <a:gd name="connsiteX8" fmla="*/ 144484 w 271414"/>
                <a:gd name="connsiteY8" fmla="*/ 133015 h 147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1414" h="1471556">
                  <a:moveTo>
                    <a:pt x="144484" y="133015"/>
                  </a:moveTo>
                  <a:lnTo>
                    <a:pt x="98957" y="65528"/>
                  </a:lnTo>
                  <a:lnTo>
                    <a:pt x="181270" y="0"/>
                  </a:lnTo>
                  <a:lnTo>
                    <a:pt x="271415" y="65528"/>
                  </a:lnTo>
                  <a:lnTo>
                    <a:pt x="211621" y="137840"/>
                  </a:lnTo>
                  <a:lnTo>
                    <a:pt x="239245" y="1383719"/>
                  </a:lnTo>
                  <a:lnTo>
                    <a:pt x="115042" y="1471557"/>
                  </a:lnTo>
                  <a:lnTo>
                    <a:pt x="0" y="1371691"/>
                  </a:lnTo>
                  <a:lnTo>
                    <a:pt x="144484" y="133015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B983F5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ï$ļ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19EB066-3E94-47C4-A7F6-2D998B9547B3}"/>
                </a:ext>
              </a:extLst>
            </p:cNvPr>
            <p:cNvSpPr/>
            <p:nvPr/>
          </p:nvSpPr>
          <p:spPr>
            <a:xfrm>
              <a:off x="7012384" y="3839346"/>
              <a:ext cx="91683" cy="1251753"/>
            </a:xfrm>
            <a:custGeom>
              <a:avLst/>
              <a:gdLst>
                <a:gd name="connsiteX0" fmla="*/ 91684 w 91683"/>
                <a:gd name="connsiteY0" fmla="*/ 1251753 h 1251753"/>
                <a:gd name="connsiteX1" fmla="*/ 0 w 91683"/>
                <a:gd name="connsiteY1" fmla="*/ 0 h 125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683" h="1251753">
                  <a:moveTo>
                    <a:pt x="91684" y="1251753"/>
                  </a:moveTo>
                  <a:lnTo>
                    <a:pt x="0" y="0"/>
                  </a:lnTo>
                </a:path>
              </a:pathLst>
            </a:custGeom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í$1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4C8B657-DEDC-483E-A167-4DAF9A64ADF4}"/>
                </a:ext>
              </a:extLst>
            </p:cNvPr>
            <p:cNvSpPr/>
            <p:nvPr/>
          </p:nvSpPr>
          <p:spPr>
            <a:xfrm>
              <a:off x="4198858" y="3401698"/>
              <a:ext cx="455411" cy="265890"/>
            </a:xfrm>
            <a:custGeom>
              <a:avLst/>
              <a:gdLst>
                <a:gd name="connsiteX0" fmla="*/ 455412 w 455411"/>
                <a:gd name="connsiteY0" fmla="*/ 0 h 265890"/>
                <a:gd name="connsiteX1" fmla="*/ 0 w 455411"/>
                <a:gd name="connsiteY1" fmla="*/ 265890 h 2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5411" h="265890">
                  <a:moveTo>
                    <a:pt x="455412" y="0"/>
                  </a:moveTo>
                  <a:lnTo>
                    <a:pt x="0" y="265890"/>
                  </a:lnTo>
                </a:path>
              </a:pathLst>
            </a:custGeom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ïṩľïd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F830FC6-3C60-439F-BAD2-1775172F3049}"/>
                </a:ext>
              </a:extLst>
            </p:cNvPr>
            <p:cNvSpPr/>
            <p:nvPr/>
          </p:nvSpPr>
          <p:spPr>
            <a:xfrm>
              <a:off x="6097712" y="2767044"/>
              <a:ext cx="295963" cy="443057"/>
            </a:xfrm>
            <a:custGeom>
              <a:avLst/>
              <a:gdLst>
                <a:gd name="connsiteX0" fmla="*/ 295314 w 295963"/>
                <a:gd name="connsiteY0" fmla="*/ -116 h 443057"/>
                <a:gd name="connsiteX1" fmla="*/ 285803 w 295963"/>
                <a:gd name="connsiteY1" fmla="*/ 358926 h 443057"/>
                <a:gd name="connsiteX2" fmla="*/ 123485 w 295963"/>
                <a:gd name="connsiteY2" fmla="*/ 442847 h 443057"/>
                <a:gd name="connsiteX3" fmla="*/ -648 w 295963"/>
                <a:gd name="connsiteY3" fmla="*/ 343541 h 443057"/>
                <a:gd name="connsiteX4" fmla="*/ 8933 w 295963"/>
                <a:gd name="connsiteY4" fmla="*/ -186 h 4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63" h="443057">
                  <a:moveTo>
                    <a:pt x="295314" y="-116"/>
                  </a:moveTo>
                  <a:lnTo>
                    <a:pt x="285803" y="358926"/>
                  </a:lnTo>
                  <a:cubicBezTo>
                    <a:pt x="285803" y="358926"/>
                    <a:pt x="249507" y="441029"/>
                    <a:pt x="123485" y="442847"/>
                  </a:cubicBezTo>
                  <a:cubicBezTo>
                    <a:pt x="-2536" y="444666"/>
                    <a:pt x="-648" y="343541"/>
                    <a:pt x="-648" y="343541"/>
                  </a:cubicBezTo>
                  <a:lnTo>
                    <a:pt x="8933" y="-186"/>
                  </a:ln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íşľî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4E16316-2CF1-424C-A967-EDF9A032D694}"/>
                </a:ext>
              </a:extLst>
            </p:cNvPr>
            <p:cNvSpPr/>
            <p:nvPr/>
          </p:nvSpPr>
          <p:spPr>
            <a:xfrm>
              <a:off x="6101840" y="2767114"/>
              <a:ext cx="292115" cy="255751"/>
            </a:xfrm>
            <a:custGeom>
              <a:avLst/>
              <a:gdLst>
                <a:gd name="connsiteX0" fmla="*/ -650 w 292115"/>
                <a:gd name="connsiteY0" fmla="*/ 205700 h 255751"/>
                <a:gd name="connsiteX1" fmla="*/ 165234 w 292115"/>
                <a:gd name="connsiteY1" fmla="*/ 255494 h 255751"/>
                <a:gd name="connsiteX2" fmla="*/ 285382 w 292115"/>
                <a:gd name="connsiteY2" fmla="*/ 229548 h 255751"/>
                <a:gd name="connsiteX3" fmla="*/ 291466 w 292115"/>
                <a:gd name="connsiteY3" fmla="*/ -186 h 255751"/>
                <a:gd name="connsiteX4" fmla="*/ 4735 w 292115"/>
                <a:gd name="connsiteY4" fmla="*/ -186 h 25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15" h="255751">
                  <a:moveTo>
                    <a:pt x="-650" y="205700"/>
                  </a:moveTo>
                  <a:cubicBezTo>
                    <a:pt x="39352" y="237311"/>
                    <a:pt x="93971" y="255494"/>
                    <a:pt x="165234" y="255494"/>
                  </a:cubicBezTo>
                  <a:cubicBezTo>
                    <a:pt x="206775" y="256465"/>
                    <a:pt x="247966" y="247577"/>
                    <a:pt x="285382" y="229548"/>
                  </a:cubicBezTo>
                  <a:lnTo>
                    <a:pt x="291466" y="-186"/>
                  </a:lnTo>
                  <a:lnTo>
                    <a:pt x="4735" y="-186"/>
                  </a:lnTo>
                  <a:close/>
                </a:path>
              </a:pathLst>
            </a:custGeom>
            <a:solidFill>
              <a:srgbClr val="FB7B5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îSľî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576016D-1F64-4A3C-A64B-262B58FF4930}"/>
                </a:ext>
              </a:extLst>
            </p:cNvPr>
            <p:cNvSpPr/>
            <p:nvPr/>
          </p:nvSpPr>
          <p:spPr>
            <a:xfrm>
              <a:off x="6469904" y="3859977"/>
              <a:ext cx="876766" cy="1107409"/>
            </a:xfrm>
            <a:custGeom>
              <a:avLst/>
              <a:gdLst>
                <a:gd name="connsiteX0" fmla="*/ 0 w 876766"/>
                <a:gd name="connsiteY0" fmla="*/ 1107409 h 1107409"/>
                <a:gd name="connsiteX1" fmla="*/ 744730 w 876766"/>
                <a:gd name="connsiteY1" fmla="*/ 1107409 h 1107409"/>
                <a:gd name="connsiteX2" fmla="*/ 876766 w 876766"/>
                <a:gd name="connsiteY2" fmla="*/ 0 h 1107409"/>
                <a:gd name="connsiteX3" fmla="*/ 132036 w 876766"/>
                <a:gd name="connsiteY3" fmla="*/ 0 h 1107409"/>
                <a:gd name="connsiteX4" fmla="*/ 0 w 876766"/>
                <a:gd name="connsiteY4" fmla="*/ 1107409 h 1107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66" h="1107409">
                  <a:moveTo>
                    <a:pt x="0" y="1107409"/>
                  </a:moveTo>
                  <a:lnTo>
                    <a:pt x="744730" y="1107409"/>
                  </a:lnTo>
                  <a:lnTo>
                    <a:pt x="876766" y="0"/>
                  </a:lnTo>
                  <a:lnTo>
                    <a:pt x="132036" y="0"/>
                  </a:lnTo>
                  <a:lnTo>
                    <a:pt x="0" y="1107409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ísḻ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65CDDAF-9348-44DB-96F2-C4592AD5F375}"/>
                </a:ext>
              </a:extLst>
            </p:cNvPr>
            <p:cNvSpPr/>
            <p:nvPr/>
          </p:nvSpPr>
          <p:spPr>
            <a:xfrm>
              <a:off x="6961681" y="4410919"/>
              <a:ext cx="494995" cy="568285"/>
            </a:xfrm>
            <a:custGeom>
              <a:avLst/>
              <a:gdLst>
                <a:gd name="connsiteX0" fmla="*/ 494995 w 494995"/>
                <a:gd name="connsiteY0" fmla="*/ 258827 h 568285"/>
                <a:gd name="connsiteX1" fmla="*/ 381981 w 494995"/>
                <a:gd name="connsiteY1" fmla="*/ 568286 h 568285"/>
                <a:gd name="connsiteX2" fmla="*/ 114482 w 494995"/>
                <a:gd name="connsiteY2" fmla="*/ 541571 h 568285"/>
                <a:gd name="connsiteX3" fmla="*/ 122245 w 494995"/>
                <a:gd name="connsiteY3" fmla="*/ 463594 h 568285"/>
                <a:gd name="connsiteX4" fmla="*/ 51052 w 494995"/>
                <a:gd name="connsiteY4" fmla="*/ 450726 h 568285"/>
                <a:gd name="connsiteX5" fmla="*/ 35457 w 494995"/>
                <a:gd name="connsiteY5" fmla="*/ 350301 h 568285"/>
                <a:gd name="connsiteX6" fmla="*/ 0 w 494995"/>
                <a:gd name="connsiteY6" fmla="*/ 345126 h 568285"/>
                <a:gd name="connsiteX7" fmla="*/ 629 w 494995"/>
                <a:gd name="connsiteY7" fmla="*/ 232322 h 568285"/>
                <a:gd name="connsiteX8" fmla="*/ 316942 w 494995"/>
                <a:gd name="connsiteY8" fmla="*/ 194347 h 568285"/>
                <a:gd name="connsiteX9" fmla="*/ 308620 w 494995"/>
                <a:gd name="connsiteY9" fmla="*/ 144554 h 568285"/>
                <a:gd name="connsiteX10" fmla="*/ 93922 w 494995"/>
                <a:gd name="connsiteY10" fmla="*/ 84690 h 568285"/>
                <a:gd name="connsiteX11" fmla="*/ 130148 w 494995"/>
                <a:gd name="connsiteY11" fmla="*/ 0 h 568285"/>
                <a:gd name="connsiteX12" fmla="*/ 428068 w 494995"/>
                <a:gd name="connsiteY12" fmla="*/ 54269 h 568285"/>
                <a:gd name="connsiteX13" fmla="*/ 494995 w 494995"/>
                <a:gd name="connsiteY13" fmla="*/ 258827 h 568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4995" h="568285">
                  <a:moveTo>
                    <a:pt x="494995" y="258827"/>
                  </a:moveTo>
                  <a:lnTo>
                    <a:pt x="381981" y="568286"/>
                  </a:lnTo>
                  <a:lnTo>
                    <a:pt x="114482" y="541571"/>
                  </a:lnTo>
                  <a:lnTo>
                    <a:pt x="122245" y="463594"/>
                  </a:lnTo>
                  <a:lnTo>
                    <a:pt x="51052" y="450726"/>
                  </a:lnTo>
                  <a:lnTo>
                    <a:pt x="35457" y="350301"/>
                  </a:lnTo>
                  <a:lnTo>
                    <a:pt x="0" y="345126"/>
                  </a:lnTo>
                  <a:lnTo>
                    <a:pt x="629" y="232322"/>
                  </a:lnTo>
                  <a:lnTo>
                    <a:pt x="316942" y="194347"/>
                  </a:lnTo>
                  <a:lnTo>
                    <a:pt x="308620" y="144554"/>
                  </a:lnTo>
                  <a:lnTo>
                    <a:pt x="93922" y="84690"/>
                  </a:lnTo>
                  <a:lnTo>
                    <a:pt x="130148" y="0"/>
                  </a:lnTo>
                  <a:lnTo>
                    <a:pt x="428068" y="54269"/>
                  </a:lnTo>
                  <a:lnTo>
                    <a:pt x="494995" y="258827"/>
                  </a:lnTo>
                  <a:close/>
                </a:path>
              </a:pathLst>
            </a:custGeom>
            <a:solidFill>
              <a:srgbClr val="FFB1A5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iṣḻíd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EDF1E1B-F245-44BC-8D86-023B60221684}"/>
                </a:ext>
              </a:extLst>
            </p:cNvPr>
            <p:cNvSpPr/>
            <p:nvPr/>
          </p:nvSpPr>
          <p:spPr>
            <a:xfrm>
              <a:off x="6997138" y="4761220"/>
              <a:ext cx="343167" cy="2377"/>
            </a:xfrm>
            <a:custGeom>
              <a:avLst/>
              <a:gdLst>
                <a:gd name="connsiteX0" fmla="*/ 0 w 343167"/>
                <a:gd name="connsiteY0" fmla="*/ 0 h 2377"/>
                <a:gd name="connsiteX1" fmla="*/ 343168 w 343167"/>
                <a:gd name="connsiteY1" fmla="*/ 2378 h 2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3167" h="2377">
                  <a:moveTo>
                    <a:pt x="0" y="0"/>
                  </a:moveTo>
                  <a:lnTo>
                    <a:pt x="343168" y="237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iṩḷí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1907F09-D6AA-41F3-84C5-0B030310F283}"/>
                </a:ext>
              </a:extLst>
            </p:cNvPr>
            <p:cNvSpPr/>
            <p:nvPr/>
          </p:nvSpPr>
          <p:spPr>
            <a:xfrm>
              <a:off x="7083927" y="4874513"/>
              <a:ext cx="208893" cy="20840"/>
            </a:xfrm>
            <a:custGeom>
              <a:avLst/>
              <a:gdLst>
                <a:gd name="connsiteX0" fmla="*/ 0 w 208893"/>
                <a:gd name="connsiteY0" fmla="*/ 0 h 20840"/>
                <a:gd name="connsiteX1" fmla="*/ 208894 w 208893"/>
                <a:gd name="connsiteY1" fmla="*/ 20840 h 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893" h="20840">
                  <a:moveTo>
                    <a:pt x="0" y="0"/>
                  </a:moveTo>
                  <a:lnTo>
                    <a:pt x="208894" y="2084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í$1íď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D33AF7B-00C5-45ED-8697-26B40BA02968}"/>
                </a:ext>
              </a:extLst>
            </p:cNvPr>
            <p:cNvSpPr/>
            <p:nvPr/>
          </p:nvSpPr>
          <p:spPr>
            <a:xfrm>
              <a:off x="7278624" y="4601350"/>
              <a:ext cx="58255" cy="3916"/>
            </a:xfrm>
            <a:custGeom>
              <a:avLst/>
              <a:gdLst>
                <a:gd name="connsiteX0" fmla="*/ 0 w 58255"/>
                <a:gd name="connsiteY0" fmla="*/ 3916 h 3916"/>
                <a:gd name="connsiteX1" fmla="*/ 58255 w 58255"/>
                <a:gd name="connsiteY1" fmla="*/ 0 h 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255" h="3916">
                  <a:moveTo>
                    <a:pt x="0" y="3916"/>
                  </a:moveTo>
                  <a:lnTo>
                    <a:pt x="58255" y="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îśḻî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6D10162-BCEB-4FD4-8D6F-72CC3B679A3F}"/>
                </a:ext>
              </a:extLst>
            </p:cNvPr>
            <p:cNvSpPr/>
            <p:nvPr/>
          </p:nvSpPr>
          <p:spPr>
            <a:xfrm>
              <a:off x="7539494" y="2064573"/>
              <a:ext cx="558691" cy="626858"/>
            </a:xfrm>
            <a:custGeom>
              <a:avLst/>
              <a:gdLst>
                <a:gd name="connsiteX0" fmla="*/ 503001 w 558691"/>
                <a:gd name="connsiteY0" fmla="*/ 529967 h 626858"/>
                <a:gd name="connsiteX1" fmla="*/ 277813 w 558691"/>
                <a:gd name="connsiteY1" fmla="*/ 620322 h 626858"/>
                <a:gd name="connsiteX2" fmla="*/ 163190 w 558691"/>
                <a:gd name="connsiteY2" fmla="*/ 571368 h 626858"/>
                <a:gd name="connsiteX3" fmla="*/ 453 w 558691"/>
                <a:gd name="connsiteY3" fmla="*/ 165749 h 626858"/>
                <a:gd name="connsiteX4" fmla="*/ 9545 w 558691"/>
                <a:gd name="connsiteY4" fmla="*/ 144769 h 626858"/>
                <a:gd name="connsiteX5" fmla="*/ 368028 w 558691"/>
                <a:gd name="connsiteY5" fmla="*/ 914 h 626858"/>
                <a:gd name="connsiteX6" fmla="*/ 389008 w 558691"/>
                <a:gd name="connsiteY6" fmla="*/ 10006 h 626858"/>
                <a:gd name="connsiteX7" fmla="*/ 551746 w 558691"/>
                <a:gd name="connsiteY7" fmla="*/ 415624 h 626858"/>
                <a:gd name="connsiteX8" fmla="*/ 503001 w 558691"/>
                <a:gd name="connsiteY8" fmla="*/ 529967 h 626858"/>
                <a:gd name="connsiteX9" fmla="*/ 36889 w 558691"/>
                <a:gd name="connsiteY9" fmla="*/ 168826 h 626858"/>
                <a:gd name="connsiteX10" fmla="*/ 193472 w 558691"/>
                <a:gd name="connsiteY10" fmla="*/ 559199 h 626858"/>
                <a:gd name="connsiteX11" fmla="*/ 265644 w 558691"/>
                <a:gd name="connsiteY11" fmla="*/ 590040 h 626858"/>
                <a:gd name="connsiteX12" fmla="*/ 490832 w 558691"/>
                <a:gd name="connsiteY12" fmla="*/ 499615 h 626858"/>
                <a:gd name="connsiteX13" fmla="*/ 521673 w 558691"/>
                <a:gd name="connsiteY13" fmla="*/ 427513 h 626858"/>
                <a:gd name="connsiteX14" fmla="*/ 365021 w 558691"/>
                <a:gd name="connsiteY14" fmla="*/ 37140 h 62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8691" h="626858">
                  <a:moveTo>
                    <a:pt x="503001" y="529967"/>
                  </a:moveTo>
                  <a:lnTo>
                    <a:pt x="277813" y="620322"/>
                  </a:lnTo>
                  <a:cubicBezTo>
                    <a:pt x="232635" y="638421"/>
                    <a:pt x="181373" y="616517"/>
                    <a:pt x="163190" y="571368"/>
                  </a:cubicBezTo>
                  <a:lnTo>
                    <a:pt x="453" y="165749"/>
                  </a:lnTo>
                  <a:cubicBezTo>
                    <a:pt x="-2764" y="157448"/>
                    <a:pt x="1292" y="148105"/>
                    <a:pt x="9545" y="144769"/>
                  </a:cubicBezTo>
                  <a:lnTo>
                    <a:pt x="368028" y="914"/>
                  </a:lnTo>
                  <a:cubicBezTo>
                    <a:pt x="376350" y="-2296"/>
                    <a:pt x="385652" y="1753"/>
                    <a:pt x="389008" y="10006"/>
                  </a:cubicBezTo>
                  <a:lnTo>
                    <a:pt x="551746" y="415624"/>
                  </a:lnTo>
                  <a:cubicBezTo>
                    <a:pt x="569718" y="460655"/>
                    <a:pt x="547899" y="511728"/>
                    <a:pt x="503001" y="529967"/>
                  </a:cubicBezTo>
                  <a:close/>
                  <a:moveTo>
                    <a:pt x="36889" y="168826"/>
                  </a:moveTo>
                  <a:lnTo>
                    <a:pt x="193472" y="559199"/>
                  </a:lnTo>
                  <a:cubicBezTo>
                    <a:pt x="205081" y="587460"/>
                    <a:pt x="237180" y="601188"/>
                    <a:pt x="265644" y="590040"/>
                  </a:cubicBezTo>
                  <a:lnTo>
                    <a:pt x="490832" y="499615"/>
                  </a:lnTo>
                  <a:cubicBezTo>
                    <a:pt x="519226" y="488216"/>
                    <a:pt x="533073" y="455941"/>
                    <a:pt x="521673" y="427513"/>
                  </a:cubicBezTo>
                  <a:lnTo>
                    <a:pt x="365021" y="37140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îŝ1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C1A95BF-0912-4BFF-AE46-89E600508E06}"/>
                </a:ext>
              </a:extLst>
            </p:cNvPr>
            <p:cNvSpPr/>
            <p:nvPr/>
          </p:nvSpPr>
          <p:spPr>
            <a:xfrm>
              <a:off x="7637386" y="2214983"/>
              <a:ext cx="409121" cy="424511"/>
            </a:xfrm>
            <a:custGeom>
              <a:avLst/>
              <a:gdLst>
                <a:gd name="connsiteX0" fmla="*/ -650 w 409121"/>
                <a:gd name="connsiteY0" fmla="*/ 117164 h 424511"/>
                <a:gd name="connsiteX1" fmla="*/ 113483 w 409121"/>
                <a:gd name="connsiteY1" fmla="*/ 401586 h 424511"/>
                <a:gd name="connsiteX2" fmla="*/ 160549 w 409121"/>
                <a:gd name="connsiteY2" fmla="*/ 421727 h 424511"/>
                <a:gd name="connsiteX3" fmla="*/ 385737 w 409121"/>
                <a:gd name="connsiteY3" fmla="*/ 331372 h 424511"/>
                <a:gd name="connsiteX4" fmla="*/ 405878 w 409121"/>
                <a:gd name="connsiteY4" fmla="*/ 284237 h 424511"/>
                <a:gd name="connsiteX5" fmla="*/ 291746 w 409121"/>
                <a:gd name="connsiteY5" fmla="*/ -186 h 42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121" h="424511">
                  <a:moveTo>
                    <a:pt x="-650" y="117164"/>
                  </a:moveTo>
                  <a:lnTo>
                    <a:pt x="113483" y="401586"/>
                  </a:lnTo>
                  <a:cubicBezTo>
                    <a:pt x="120896" y="420133"/>
                    <a:pt x="142016" y="429147"/>
                    <a:pt x="160549" y="421727"/>
                  </a:cubicBezTo>
                  <a:lnTo>
                    <a:pt x="385737" y="331372"/>
                  </a:lnTo>
                  <a:cubicBezTo>
                    <a:pt x="404270" y="323868"/>
                    <a:pt x="413292" y="302811"/>
                    <a:pt x="405878" y="284237"/>
                  </a:cubicBezTo>
                  <a:lnTo>
                    <a:pt x="291746" y="-186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íŝḷ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E00EDA3-64BB-4014-A98E-D328DAF4EFEC}"/>
                </a:ext>
              </a:extLst>
            </p:cNvPr>
            <p:cNvSpPr/>
            <p:nvPr/>
          </p:nvSpPr>
          <p:spPr>
            <a:xfrm>
              <a:off x="7494690" y="2001741"/>
              <a:ext cx="460823" cy="242068"/>
            </a:xfrm>
            <a:custGeom>
              <a:avLst/>
              <a:gdLst>
                <a:gd name="connsiteX0" fmla="*/ 428217 w 460823"/>
                <a:gd name="connsiteY0" fmla="*/ 92629 h 242068"/>
                <a:gd name="connsiteX1" fmla="*/ 63231 w 460823"/>
                <a:gd name="connsiteY1" fmla="*/ 239072 h 242068"/>
                <a:gd name="connsiteX2" fmla="*/ 2177 w 460823"/>
                <a:gd name="connsiteY2" fmla="*/ 210210 h 242068"/>
                <a:gd name="connsiteX3" fmla="*/ 27703 w 460823"/>
                <a:gd name="connsiteY3" fmla="*/ 150465 h 242068"/>
                <a:gd name="connsiteX4" fmla="*/ 315763 w 460823"/>
                <a:gd name="connsiteY4" fmla="*/ 34864 h 242068"/>
                <a:gd name="connsiteX5" fmla="*/ 337023 w 460823"/>
                <a:gd name="connsiteY5" fmla="*/ 43920 h 242068"/>
                <a:gd name="connsiteX6" fmla="*/ 327932 w 460823"/>
                <a:gd name="connsiteY6" fmla="*/ 65145 h 242068"/>
                <a:gd name="connsiteX7" fmla="*/ 40152 w 460823"/>
                <a:gd name="connsiteY7" fmla="*/ 180747 h 242068"/>
                <a:gd name="connsiteX8" fmla="*/ 33229 w 460823"/>
                <a:gd name="connsiteY8" fmla="*/ 200951 h 242068"/>
                <a:gd name="connsiteX9" fmla="*/ 51341 w 460823"/>
                <a:gd name="connsiteY9" fmla="*/ 208720 h 242068"/>
                <a:gd name="connsiteX10" fmla="*/ 416399 w 460823"/>
                <a:gd name="connsiteY10" fmla="*/ 62208 h 242068"/>
                <a:gd name="connsiteX11" fmla="*/ 423531 w 460823"/>
                <a:gd name="connsiteY11" fmla="*/ 42081 h 242068"/>
                <a:gd name="connsiteX12" fmla="*/ 405139 w 460823"/>
                <a:gd name="connsiteY12" fmla="*/ 34234 h 242068"/>
                <a:gd name="connsiteX13" fmla="*/ 386187 w 460823"/>
                <a:gd name="connsiteY13" fmla="*/ 41857 h 242068"/>
                <a:gd name="connsiteX14" fmla="*/ 365486 w 460823"/>
                <a:gd name="connsiteY14" fmla="*/ 31493 h 242068"/>
                <a:gd name="connsiteX15" fmla="*/ 374088 w 460823"/>
                <a:gd name="connsiteY15" fmla="*/ 11506 h 242068"/>
                <a:gd name="connsiteX16" fmla="*/ 392970 w 460823"/>
                <a:gd name="connsiteY16" fmla="*/ 3953 h 242068"/>
                <a:gd name="connsiteX17" fmla="*/ 456051 w 460823"/>
                <a:gd name="connsiteY17" fmla="*/ 28171 h 242068"/>
                <a:gd name="connsiteX18" fmla="*/ 431784 w 460823"/>
                <a:gd name="connsiteY18" fmla="*/ 91231 h 242068"/>
                <a:gd name="connsiteX19" fmla="*/ 428497 w 460823"/>
                <a:gd name="connsiteY19" fmla="*/ 92559 h 24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0823" h="242068">
                  <a:moveTo>
                    <a:pt x="428217" y="92629"/>
                  </a:moveTo>
                  <a:lnTo>
                    <a:pt x="63231" y="239072"/>
                  </a:lnTo>
                  <a:cubicBezTo>
                    <a:pt x="38404" y="247967"/>
                    <a:pt x="11059" y="235044"/>
                    <a:pt x="2177" y="210210"/>
                  </a:cubicBezTo>
                  <a:cubicBezTo>
                    <a:pt x="-6284" y="186677"/>
                    <a:pt x="4835" y="160626"/>
                    <a:pt x="27703" y="150465"/>
                  </a:cubicBezTo>
                  <a:lnTo>
                    <a:pt x="315763" y="34864"/>
                  </a:lnTo>
                  <a:cubicBezTo>
                    <a:pt x="324155" y="31500"/>
                    <a:pt x="333596" y="35556"/>
                    <a:pt x="337023" y="43920"/>
                  </a:cubicBezTo>
                  <a:cubicBezTo>
                    <a:pt x="340380" y="52284"/>
                    <a:pt x="336323" y="61788"/>
                    <a:pt x="327932" y="65145"/>
                  </a:cubicBezTo>
                  <a:lnTo>
                    <a:pt x="40152" y="180747"/>
                  </a:lnTo>
                  <a:cubicBezTo>
                    <a:pt x="32669" y="184411"/>
                    <a:pt x="29522" y="193454"/>
                    <a:pt x="33229" y="200951"/>
                  </a:cubicBezTo>
                  <a:cubicBezTo>
                    <a:pt x="36515" y="207671"/>
                    <a:pt x="44208" y="210979"/>
                    <a:pt x="51341" y="208720"/>
                  </a:cubicBezTo>
                  <a:lnTo>
                    <a:pt x="416399" y="62208"/>
                  </a:lnTo>
                  <a:cubicBezTo>
                    <a:pt x="423951" y="58620"/>
                    <a:pt x="427168" y="49613"/>
                    <a:pt x="423531" y="42081"/>
                  </a:cubicBezTo>
                  <a:cubicBezTo>
                    <a:pt x="420245" y="35192"/>
                    <a:pt x="412342" y="31828"/>
                    <a:pt x="405139" y="34234"/>
                  </a:cubicBezTo>
                  <a:lnTo>
                    <a:pt x="386187" y="41857"/>
                  </a:lnTo>
                  <a:cubicBezTo>
                    <a:pt x="377585" y="44710"/>
                    <a:pt x="368354" y="40074"/>
                    <a:pt x="365486" y="31493"/>
                  </a:cubicBezTo>
                  <a:cubicBezTo>
                    <a:pt x="362899" y="23618"/>
                    <a:pt x="366536" y="15023"/>
                    <a:pt x="374088" y="11506"/>
                  </a:cubicBezTo>
                  <a:lnTo>
                    <a:pt x="392970" y="3953"/>
                  </a:lnTo>
                  <a:cubicBezTo>
                    <a:pt x="417098" y="-6775"/>
                    <a:pt x="445282" y="4072"/>
                    <a:pt x="456051" y="28171"/>
                  </a:cubicBezTo>
                  <a:cubicBezTo>
                    <a:pt x="466751" y="52277"/>
                    <a:pt x="455911" y="80510"/>
                    <a:pt x="431784" y="91231"/>
                  </a:cubicBezTo>
                  <a:cubicBezTo>
                    <a:pt x="430735" y="91713"/>
                    <a:pt x="429616" y="92161"/>
                    <a:pt x="428497" y="92559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îSḻí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31B9051-A425-4F68-BE76-494FD145B0D3}"/>
                </a:ext>
              </a:extLst>
            </p:cNvPr>
            <p:cNvSpPr/>
            <p:nvPr/>
          </p:nvSpPr>
          <p:spPr>
            <a:xfrm>
              <a:off x="7862886" y="2147712"/>
              <a:ext cx="151825" cy="354106"/>
            </a:xfrm>
            <a:custGeom>
              <a:avLst/>
              <a:gdLst>
                <a:gd name="connsiteX0" fmla="*/ 146041 w 151825"/>
                <a:gd name="connsiteY0" fmla="*/ 353326 h 354106"/>
                <a:gd name="connsiteX1" fmla="*/ 135481 w 151825"/>
                <a:gd name="connsiteY1" fmla="*/ 348850 h 354106"/>
                <a:gd name="connsiteX2" fmla="*/ -192 w 151825"/>
                <a:gd name="connsiteY2" fmla="*/ 10718 h 354106"/>
                <a:gd name="connsiteX3" fmla="*/ 4774 w 151825"/>
                <a:gd name="connsiteY3" fmla="*/ 284 h 354106"/>
                <a:gd name="connsiteX4" fmla="*/ 14985 w 151825"/>
                <a:gd name="connsiteY4" fmla="*/ 4634 h 354106"/>
                <a:gd name="connsiteX5" fmla="*/ 150586 w 151825"/>
                <a:gd name="connsiteY5" fmla="*/ 342766 h 354106"/>
                <a:gd name="connsiteX6" fmla="*/ 146041 w 151825"/>
                <a:gd name="connsiteY6" fmla="*/ 353312 h 354106"/>
                <a:gd name="connsiteX7" fmla="*/ 146041 w 151825"/>
                <a:gd name="connsiteY7" fmla="*/ 353326 h 35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825" h="354106">
                  <a:moveTo>
                    <a:pt x="146041" y="353326"/>
                  </a:moveTo>
                  <a:cubicBezTo>
                    <a:pt x="141915" y="355005"/>
                    <a:pt x="137159" y="353004"/>
                    <a:pt x="135481" y="348850"/>
                  </a:cubicBezTo>
                  <a:lnTo>
                    <a:pt x="-192" y="10718"/>
                  </a:lnTo>
                  <a:cubicBezTo>
                    <a:pt x="-1660" y="6459"/>
                    <a:pt x="508" y="1780"/>
                    <a:pt x="4774" y="284"/>
                  </a:cubicBezTo>
                  <a:cubicBezTo>
                    <a:pt x="8830" y="-1136"/>
                    <a:pt x="13236" y="759"/>
                    <a:pt x="14985" y="4634"/>
                  </a:cubicBezTo>
                  <a:lnTo>
                    <a:pt x="150586" y="342766"/>
                  </a:lnTo>
                  <a:cubicBezTo>
                    <a:pt x="152266" y="346927"/>
                    <a:pt x="150237" y="351648"/>
                    <a:pt x="146041" y="353312"/>
                  </a:cubicBezTo>
                  <a:cubicBezTo>
                    <a:pt x="146041" y="353319"/>
                    <a:pt x="146041" y="353319"/>
                    <a:pt x="146041" y="35332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iṡḷî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D1D7EEF-BC23-4E77-9548-DD73F1FB106D}"/>
                </a:ext>
              </a:extLst>
            </p:cNvPr>
            <p:cNvSpPr/>
            <p:nvPr/>
          </p:nvSpPr>
          <p:spPr>
            <a:xfrm>
              <a:off x="7800684" y="2170758"/>
              <a:ext cx="83924" cy="43416"/>
            </a:xfrm>
            <a:custGeom>
              <a:avLst/>
              <a:gdLst>
                <a:gd name="connsiteX0" fmla="*/ 77816 w 83924"/>
                <a:gd name="connsiteY0" fmla="*/ 15716 h 43416"/>
                <a:gd name="connsiteX1" fmla="*/ 10539 w 83924"/>
                <a:gd name="connsiteY1" fmla="*/ 42640 h 43416"/>
                <a:gd name="connsiteX2" fmla="*/ -21 w 83924"/>
                <a:gd name="connsiteY2" fmla="*/ 38129 h 43416"/>
                <a:gd name="connsiteX3" fmla="*/ 4455 w 83924"/>
                <a:gd name="connsiteY3" fmla="*/ 27534 h 43416"/>
                <a:gd name="connsiteX4" fmla="*/ 71731 w 83924"/>
                <a:gd name="connsiteY4" fmla="*/ 540 h 43416"/>
                <a:gd name="connsiteX5" fmla="*/ 82571 w 83924"/>
                <a:gd name="connsiteY5" fmla="*/ 4638 h 43416"/>
                <a:gd name="connsiteX6" fmla="*/ 78445 w 83924"/>
                <a:gd name="connsiteY6" fmla="*/ 15457 h 43416"/>
                <a:gd name="connsiteX7" fmla="*/ 77816 w 83924"/>
                <a:gd name="connsiteY7" fmla="*/ 15716 h 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24" h="43416">
                  <a:moveTo>
                    <a:pt x="77816" y="15716"/>
                  </a:moveTo>
                  <a:lnTo>
                    <a:pt x="10539" y="42640"/>
                  </a:lnTo>
                  <a:cubicBezTo>
                    <a:pt x="6343" y="44319"/>
                    <a:pt x="1657" y="42298"/>
                    <a:pt x="-21" y="38129"/>
                  </a:cubicBezTo>
                  <a:cubicBezTo>
                    <a:pt x="-1770" y="33961"/>
                    <a:pt x="259" y="29213"/>
                    <a:pt x="4455" y="27534"/>
                  </a:cubicBezTo>
                  <a:lnTo>
                    <a:pt x="71731" y="540"/>
                  </a:lnTo>
                  <a:cubicBezTo>
                    <a:pt x="75857" y="-1320"/>
                    <a:pt x="80683" y="519"/>
                    <a:pt x="82571" y="4638"/>
                  </a:cubicBezTo>
                  <a:cubicBezTo>
                    <a:pt x="84389" y="8757"/>
                    <a:pt x="82571" y="13604"/>
                    <a:pt x="78445" y="15457"/>
                  </a:cubicBezTo>
                  <a:cubicBezTo>
                    <a:pt x="78235" y="15555"/>
                    <a:pt x="78026" y="15638"/>
                    <a:pt x="77816" y="1571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î$l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276B5C5-CCEE-4795-8F44-1DCB9AB7321B}"/>
                </a:ext>
              </a:extLst>
            </p:cNvPr>
            <p:cNvSpPr/>
            <p:nvPr/>
          </p:nvSpPr>
          <p:spPr>
            <a:xfrm>
              <a:off x="7820993" y="2220271"/>
              <a:ext cx="83616" cy="43364"/>
            </a:xfrm>
            <a:custGeom>
              <a:avLst/>
              <a:gdLst>
                <a:gd name="connsiteX0" fmla="*/ 77507 w 83616"/>
                <a:gd name="connsiteY0" fmla="*/ 15715 h 43364"/>
                <a:gd name="connsiteX1" fmla="*/ 10231 w 83616"/>
                <a:gd name="connsiteY1" fmla="*/ 42710 h 43364"/>
                <a:gd name="connsiteX2" fmla="*/ -189 w 83616"/>
                <a:gd name="connsiteY2" fmla="*/ 37717 h 43364"/>
                <a:gd name="connsiteX3" fmla="*/ 4146 w 83616"/>
                <a:gd name="connsiteY3" fmla="*/ 27534 h 43364"/>
                <a:gd name="connsiteX4" fmla="*/ 71423 w 83616"/>
                <a:gd name="connsiteY4" fmla="*/ 540 h 43364"/>
                <a:gd name="connsiteX5" fmla="*/ 82263 w 83616"/>
                <a:gd name="connsiteY5" fmla="*/ 4638 h 43364"/>
                <a:gd name="connsiteX6" fmla="*/ 78137 w 83616"/>
                <a:gd name="connsiteY6" fmla="*/ 15457 h 43364"/>
                <a:gd name="connsiteX7" fmla="*/ 77507 w 83616"/>
                <a:gd name="connsiteY7" fmla="*/ 15715 h 4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16" h="43364">
                  <a:moveTo>
                    <a:pt x="77507" y="15715"/>
                  </a:moveTo>
                  <a:lnTo>
                    <a:pt x="10231" y="42710"/>
                  </a:lnTo>
                  <a:cubicBezTo>
                    <a:pt x="5965" y="44214"/>
                    <a:pt x="1279" y="41976"/>
                    <a:pt x="-189" y="37717"/>
                  </a:cubicBezTo>
                  <a:cubicBezTo>
                    <a:pt x="-1589" y="33702"/>
                    <a:pt x="300" y="29283"/>
                    <a:pt x="4146" y="27534"/>
                  </a:cubicBezTo>
                  <a:lnTo>
                    <a:pt x="71423" y="540"/>
                  </a:lnTo>
                  <a:cubicBezTo>
                    <a:pt x="75549" y="-1321"/>
                    <a:pt x="80375" y="519"/>
                    <a:pt x="82263" y="4638"/>
                  </a:cubicBezTo>
                  <a:cubicBezTo>
                    <a:pt x="84081" y="8757"/>
                    <a:pt x="82263" y="13603"/>
                    <a:pt x="78137" y="15457"/>
                  </a:cubicBezTo>
                  <a:cubicBezTo>
                    <a:pt x="77927" y="15555"/>
                    <a:pt x="77717" y="15639"/>
                    <a:pt x="77507" y="1571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îṡl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1769A75-B2C9-4A86-8923-7B271487BE50}"/>
                </a:ext>
              </a:extLst>
            </p:cNvPr>
            <p:cNvSpPr/>
            <p:nvPr/>
          </p:nvSpPr>
          <p:spPr>
            <a:xfrm>
              <a:off x="7840945" y="2270043"/>
              <a:ext cx="82722" cy="43022"/>
            </a:xfrm>
            <a:custGeom>
              <a:avLst/>
              <a:gdLst>
                <a:gd name="connsiteX0" fmla="*/ 77276 w 82722"/>
                <a:gd name="connsiteY0" fmla="*/ 15458 h 43022"/>
                <a:gd name="connsiteX1" fmla="*/ 10000 w 82722"/>
                <a:gd name="connsiteY1" fmla="*/ 42452 h 43022"/>
                <a:gd name="connsiteX2" fmla="*/ -281 w 82722"/>
                <a:gd name="connsiteY2" fmla="*/ 37123 h 43022"/>
                <a:gd name="connsiteX3" fmla="*/ 3985 w 82722"/>
                <a:gd name="connsiteY3" fmla="*/ 27277 h 43022"/>
                <a:gd name="connsiteX4" fmla="*/ 71192 w 82722"/>
                <a:gd name="connsiteY4" fmla="*/ 282 h 43022"/>
                <a:gd name="connsiteX5" fmla="*/ 81612 w 82722"/>
                <a:gd name="connsiteY5" fmla="*/ 5275 h 43022"/>
                <a:gd name="connsiteX6" fmla="*/ 77276 w 82722"/>
                <a:gd name="connsiteY6" fmla="*/ 15458 h 4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722" h="43022">
                  <a:moveTo>
                    <a:pt x="77276" y="15458"/>
                  </a:moveTo>
                  <a:lnTo>
                    <a:pt x="10000" y="42452"/>
                  </a:lnTo>
                  <a:cubicBezTo>
                    <a:pt x="5664" y="43816"/>
                    <a:pt x="1119" y="41431"/>
                    <a:pt x="-281" y="37123"/>
                  </a:cubicBezTo>
                  <a:cubicBezTo>
                    <a:pt x="-1469" y="33242"/>
                    <a:pt x="279" y="29039"/>
                    <a:pt x="3985" y="27277"/>
                  </a:cubicBezTo>
                  <a:lnTo>
                    <a:pt x="71192" y="282"/>
                  </a:lnTo>
                  <a:cubicBezTo>
                    <a:pt x="75459" y="-1222"/>
                    <a:pt x="80144" y="1016"/>
                    <a:pt x="81612" y="5275"/>
                  </a:cubicBezTo>
                  <a:cubicBezTo>
                    <a:pt x="83011" y="9290"/>
                    <a:pt x="81123" y="13709"/>
                    <a:pt x="77276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išḷî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371A1737-6007-4E3B-9F76-4BDADE789A84}"/>
                </a:ext>
              </a:extLst>
            </p:cNvPr>
            <p:cNvSpPr/>
            <p:nvPr/>
          </p:nvSpPr>
          <p:spPr>
            <a:xfrm>
              <a:off x="7840945" y="2270043"/>
              <a:ext cx="82722" cy="43022"/>
            </a:xfrm>
            <a:custGeom>
              <a:avLst/>
              <a:gdLst>
                <a:gd name="connsiteX0" fmla="*/ 77276 w 82722"/>
                <a:gd name="connsiteY0" fmla="*/ 15458 h 43022"/>
                <a:gd name="connsiteX1" fmla="*/ 10000 w 82722"/>
                <a:gd name="connsiteY1" fmla="*/ 42452 h 43022"/>
                <a:gd name="connsiteX2" fmla="*/ -281 w 82722"/>
                <a:gd name="connsiteY2" fmla="*/ 37123 h 43022"/>
                <a:gd name="connsiteX3" fmla="*/ 3985 w 82722"/>
                <a:gd name="connsiteY3" fmla="*/ 27277 h 43022"/>
                <a:gd name="connsiteX4" fmla="*/ 71192 w 82722"/>
                <a:gd name="connsiteY4" fmla="*/ 282 h 43022"/>
                <a:gd name="connsiteX5" fmla="*/ 81612 w 82722"/>
                <a:gd name="connsiteY5" fmla="*/ 5275 h 43022"/>
                <a:gd name="connsiteX6" fmla="*/ 77276 w 82722"/>
                <a:gd name="connsiteY6" fmla="*/ 15458 h 4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722" h="43022">
                  <a:moveTo>
                    <a:pt x="77276" y="15458"/>
                  </a:moveTo>
                  <a:lnTo>
                    <a:pt x="10000" y="42452"/>
                  </a:lnTo>
                  <a:cubicBezTo>
                    <a:pt x="5664" y="43816"/>
                    <a:pt x="1119" y="41431"/>
                    <a:pt x="-281" y="37123"/>
                  </a:cubicBezTo>
                  <a:cubicBezTo>
                    <a:pt x="-1469" y="33242"/>
                    <a:pt x="279" y="29039"/>
                    <a:pt x="3985" y="27277"/>
                  </a:cubicBezTo>
                  <a:lnTo>
                    <a:pt x="71192" y="282"/>
                  </a:lnTo>
                  <a:cubicBezTo>
                    <a:pt x="75459" y="-1222"/>
                    <a:pt x="80144" y="1016"/>
                    <a:pt x="81612" y="5275"/>
                  </a:cubicBezTo>
                  <a:cubicBezTo>
                    <a:pt x="83011" y="9290"/>
                    <a:pt x="81123" y="13709"/>
                    <a:pt x="77276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ïṣl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17C034C-EB9F-4541-8676-F65AE8B8D665}"/>
                </a:ext>
              </a:extLst>
            </p:cNvPr>
            <p:cNvSpPr/>
            <p:nvPr/>
          </p:nvSpPr>
          <p:spPr>
            <a:xfrm>
              <a:off x="7859982" y="2319713"/>
              <a:ext cx="83886" cy="43416"/>
            </a:xfrm>
            <a:custGeom>
              <a:avLst/>
              <a:gdLst>
                <a:gd name="connsiteX0" fmla="*/ 78101 w 83886"/>
                <a:gd name="connsiteY0" fmla="*/ 15510 h 43416"/>
                <a:gd name="connsiteX1" fmla="*/ 10895 w 83886"/>
                <a:gd name="connsiteY1" fmla="*/ 42505 h 43416"/>
                <a:gd name="connsiteX2" fmla="*/ 54 w 83886"/>
                <a:gd name="connsiteY2" fmla="*/ 38407 h 43416"/>
                <a:gd name="connsiteX3" fmla="*/ 4180 w 83886"/>
                <a:gd name="connsiteY3" fmla="*/ 27588 h 43416"/>
                <a:gd name="connsiteX4" fmla="*/ 4810 w 83886"/>
                <a:gd name="connsiteY4" fmla="*/ 27329 h 43416"/>
                <a:gd name="connsiteX5" fmla="*/ 72017 w 83886"/>
                <a:gd name="connsiteY5" fmla="*/ 404 h 43416"/>
                <a:gd name="connsiteX6" fmla="*/ 82647 w 83886"/>
                <a:gd name="connsiteY6" fmla="*/ 4915 h 43416"/>
                <a:gd name="connsiteX7" fmla="*/ 78101 w 83886"/>
                <a:gd name="connsiteY7" fmla="*/ 15510 h 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886" h="43416">
                  <a:moveTo>
                    <a:pt x="78101" y="15510"/>
                  </a:moveTo>
                  <a:lnTo>
                    <a:pt x="10895" y="42505"/>
                  </a:lnTo>
                  <a:cubicBezTo>
                    <a:pt x="6768" y="44365"/>
                    <a:pt x="1943" y="42526"/>
                    <a:pt x="54" y="38407"/>
                  </a:cubicBezTo>
                  <a:cubicBezTo>
                    <a:pt x="-1764" y="34288"/>
                    <a:pt x="54" y="29441"/>
                    <a:pt x="4180" y="27588"/>
                  </a:cubicBezTo>
                  <a:cubicBezTo>
                    <a:pt x="4390" y="27490"/>
                    <a:pt x="4600" y="27406"/>
                    <a:pt x="4810" y="27329"/>
                  </a:cubicBezTo>
                  <a:lnTo>
                    <a:pt x="72017" y="404"/>
                  </a:lnTo>
                  <a:cubicBezTo>
                    <a:pt x="76213" y="-1274"/>
                    <a:pt x="80899" y="747"/>
                    <a:pt x="82647" y="4915"/>
                  </a:cubicBezTo>
                  <a:cubicBezTo>
                    <a:pt x="84326" y="9083"/>
                    <a:pt x="82297" y="13832"/>
                    <a:pt x="78101" y="1551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í$ḷï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39107E2-D4F9-418B-998B-F2A2DE8782C3}"/>
                </a:ext>
              </a:extLst>
            </p:cNvPr>
            <p:cNvSpPr/>
            <p:nvPr/>
          </p:nvSpPr>
          <p:spPr>
            <a:xfrm>
              <a:off x="7880199" y="2369025"/>
              <a:ext cx="83492" cy="43274"/>
            </a:xfrm>
            <a:custGeom>
              <a:avLst/>
              <a:gdLst>
                <a:gd name="connsiteX0" fmla="*/ 77746 w 83492"/>
                <a:gd name="connsiteY0" fmla="*/ 15573 h 43274"/>
                <a:gd name="connsiteX1" fmla="*/ 10539 w 83492"/>
                <a:gd name="connsiteY1" fmla="*/ 42497 h 43274"/>
                <a:gd name="connsiteX2" fmla="*/ -21 w 83492"/>
                <a:gd name="connsiteY2" fmla="*/ 37987 h 43274"/>
                <a:gd name="connsiteX3" fmla="*/ 4455 w 83492"/>
                <a:gd name="connsiteY3" fmla="*/ 27391 h 43274"/>
                <a:gd name="connsiteX4" fmla="*/ 71731 w 83492"/>
                <a:gd name="connsiteY4" fmla="*/ 397 h 43274"/>
                <a:gd name="connsiteX5" fmla="*/ 82292 w 83492"/>
                <a:gd name="connsiteY5" fmla="*/ 4908 h 43274"/>
                <a:gd name="connsiteX6" fmla="*/ 82292 w 83492"/>
                <a:gd name="connsiteY6" fmla="*/ 4943 h 43274"/>
                <a:gd name="connsiteX7" fmla="*/ 77746 w 83492"/>
                <a:gd name="connsiteY7" fmla="*/ 15573 h 43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492" h="43274">
                  <a:moveTo>
                    <a:pt x="77746" y="15573"/>
                  </a:moveTo>
                  <a:lnTo>
                    <a:pt x="10539" y="42497"/>
                  </a:lnTo>
                  <a:cubicBezTo>
                    <a:pt x="6343" y="44176"/>
                    <a:pt x="1657" y="42154"/>
                    <a:pt x="-21" y="37987"/>
                  </a:cubicBezTo>
                  <a:cubicBezTo>
                    <a:pt x="-1770" y="33818"/>
                    <a:pt x="259" y="29070"/>
                    <a:pt x="4455" y="27391"/>
                  </a:cubicBezTo>
                  <a:lnTo>
                    <a:pt x="71731" y="397"/>
                  </a:lnTo>
                  <a:cubicBezTo>
                    <a:pt x="75857" y="-1268"/>
                    <a:pt x="80613" y="754"/>
                    <a:pt x="82292" y="4908"/>
                  </a:cubicBezTo>
                  <a:cubicBezTo>
                    <a:pt x="82292" y="4921"/>
                    <a:pt x="82292" y="4936"/>
                    <a:pt x="82292" y="4943"/>
                  </a:cubicBezTo>
                  <a:cubicBezTo>
                    <a:pt x="83900" y="9132"/>
                    <a:pt x="81872" y="13859"/>
                    <a:pt x="77746" y="1557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íšļi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E8A63108-335A-4E20-A968-D816030F26C5}"/>
                </a:ext>
              </a:extLst>
            </p:cNvPr>
            <p:cNvSpPr/>
            <p:nvPr/>
          </p:nvSpPr>
          <p:spPr>
            <a:xfrm>
              <a:off x="7880199" y="2369025"/>
              <a:ext cx="83492" cy="43274"/>
            </a:xfrm>
            <a:custGeom>
              <a:avLst/>
              <a:gdLst>
                <a:gd name="connsiteX0" fmla="*/ 77746 w 83492"/>
                <a:gd name="connsiteY0" fmla="*/ 15573 h 43274"/>
                <a:gd name="connsiteX1" fmla="*/ 10539 w 83492"/>
                <a:gd name="connsiteY1" fmla="*/ 42497 h 43274"/>
                <a:gd name="connsiteX2" fmla="*/ -21 w 83492"/>
                <a:gd name="connsiteY2" fmla="*/ 37987 h 43274"/>
                <a:gd name="connsiteX3" fmla="*/ 4455 w 83492"/>
                <a:gd name="connsiteY3" fmla="*/ 27391 h 43274"/>
                <a:gd name="connsiteX4" fmla="*/ 71731 w 83492"/>
                <a:gd name="connsiteY4" fmla="*/ 397 h 43274"/>
                <a:gd name="connsiteX5" fmla="*/ 82292 w 83492"/>
                <a:gd name="connsiteY5" fmla="*/ 4908 h 43274"/>
                <a:gd name="connsiteX6" fmla="*/ 82292 w 83492"/>
                <a:gd name="connsiteY6" fmla="*/ 4943 h 43274"/>
                <a:gd name="connsiteX7" fmla="*/ 77746 w 83492"/>
                <a:gd name="connsiteY7" fmla="*/ 15573 h 43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492" h="43274">
                  <a:moveTo>
                    <a:pt x="77746" y="15573"/>
                  </a:moveTo>
                  <a:lnTo>
                    <a:pt x="10539" y="42497"/>
                  </a:lnTo>
                  <a:cubicBezTo>
                    <a:pt x="6343" y="44176"/>
                    <a:pt x="1657" y="42154"/>
                    <a:pt x="-21" y="37987"/>
                  </a:cubicBezTo>
                  <a:cubicBezTo>
                    <a:pt x="-1770" y="33818"/>
                    <a:pt x="259" y="29070"/>
                    <a:pt x="4455" y="27391"/>
                  </a:cubicBezTo>
                  <a:lnTo>
                    <a:pt x="71731" y="397"/>
                  </a:lnTo>
                  <a:cubicBezTo>
                    <a:pt x="75857" y="-1268"/>
                    <a:pt x="80613" y="754"/>
                    <a:pt x="82292" y="4908"/>
                  </a:cubicBezTo>
                  <a:cubicBezTo>
                    <a:pt x="82292" y="4921"/>
                    <a:pt x="82292" y="4936"/>
                    <a:pt x="82292" y="4943"/>
                  </a:cubicBezTo>
                  <a:cubicBezTo>
                    <a:pt x="83900" y="9132"/>
                    <a:pt x="81872" y="13859"/>
                    <a:pt x="77746" y="1557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iṧḻí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830CD61-63B5-4B6D-9188-D12A9AA20174}"/>
                </a:ext>
              </a:extLst>
            </p:cNvPr>
            <p:cNvSpPr/>
            <p:nvPr/>
          </p:nvSpPr>
          <p:spPr>
            <a:xfrm>
              <a:off x="7900369" y="2418653"/>
              <a:ext cx="82953" cy="43106"/>
            </a:xfrm>
            <a:custGeom>
              <a:avLst/>
              <a:gdLst>
                <a:gd name="connsiteX0" fmla="*/ 77507 w 82953"/>
                <a:gd name="connsiteY0" fmla="*/ 15458 h 43106"/>
                <a:gd name="connsiteX1" fmla="*/ 10230 w 82953"/>
                <a:gd name="connsiteY1" fmla="*/ 42452 h 43106"/>
                <a:gd name="connsiteX2" fmla="*/ -190 w 82953"/>
                <a:gd name="connsiteY2" fmla="*/ 37459 h 43106"/>
                <a:gd name="connsiteX3" fmla="*/ 4146 w 82953"/>
                <a:gd name="connsiteY3" fmla="*/ 27277 h 43106"/>
                <a:gd name="connsiteX4" fmla="*/ 71423 w 82953"/>
                <a:gd name="connsiteY4" fmla="*/ 282 h 43106"/>
                <a:gd name="connsiteX5" fmla="*/ 81843 w 82953"/>
                <a:gd name="connsiteY5" fmla="*/ 5275 h 43106"/>
                <a:gd name="connsiteX6" fmla="*/ 77507 w 82953"/>
                <a:gd name="connsiteY6" fmla="*/ 15458 h 4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953" h="43106">
                  <a:moveTo>
                    <a:pt x="77507" y="15458"/>
                  </a:moveTo>
                  <a:lnTo>
                    <a:pt x="10230" y="42452"/>
                  </a:lnTo>
                  <a:cubicBezTo>
                    <a:pt x="5964" y="43956"/>
                    <a:pt x="1278" y="41718"/>
                    <a:pt x="-190" y="37459"/>
                  </a:cubicBezTo>
                  <a:cubicBezTo>
                    <a:pt x="-1588" y="33445"/>
                    <a:pt x="300" y="29025"/>
                    <a:pt x="4146" y="27277"/>
                  </a:cubicBezTo>
                  <a:lnTo>
                    <a:pt x="71423" y="282"/>
                  </a:lnTo>
                  <a:cubicBezTo>
                    <a:pt x="75689" y="-1222"/>
                    <a:pt x="80374" y="1016"/>
                    <a:pt x="81843" y="5275"/>
                  </a:cubicBezTo>
                  <a:cubicBezTo>
                    <a:pt x="83242" y="9290"/>
                    <a:pt x="81354" y="13709"/>
                    <a:pt x="77507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íṧlîḋ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CDB1205-C259-4A99-A956-D692456B1389}"/>
                </a:ext>
              </a:extLst>
            </p:cNvPr>
            <p:cNvSpPr/>
            <p:nvPr/>
          </p:nvSpPr>
          <p:spPr>
            <a:xfrm>
              <a:off x="7919567" y="2467909"/>
              <a:ext cx="84280" cy="43622"/>
            </a:xfrm>
            <a:custGeom>
              <a:avLst/>
              <a:gdLst>
                <a:gd name="connsiteX0" fmla="*/ 78170 w 84280"/>
                <a:gd name="connsiteY0" fmla="*/ 15716 h 43622"/>
                <a:gd name="connsiteX1" fmla="*/ 10894 w 84280"/>
                <a:gd name="connsiteY1" fmla="*/ 42710 h 43622"/>
                <a:gd name="connsiteX2" fmla="*/ 54 w 84280"/>
                <a:gd name="connsiteY2" fmla="*/ 38612 h 43622"/>
                <a:gd name="connsiteX3" fmla="*/ 4180 w 84280"/>
                <a:gd name="connsiteY3" fmla="*/ 27793 h 43622"/>
                <a:gd name="connsiteX4" fmla="*/ 4809 w 84280"/>
                <a:gd name="connsiteY4" fmla="*/ 27534 h 43622"/>
                <a:gd name="connsiteX5" fmla="*/ 72086 w 84280"/>
                <a:gd name="connsiteY5" fmla="*/ 540 h 43622"/>
                <a:gd name="connsiteX6" fmla="*/ 82926 w 84280"/>
                <a:gd name="connsiteY6" fmla="*/ 4638 h 43622"/>
                <a:gd name="connsiteX7" fmla="*/ 78800 w 84280"/>
                <a:gd name="connsiteY7" fmla="*/ 15457 h 43622"/>
                <a:gd name="connsiteX8" fmla="*/ 78170 w 84280"/>
                <a:gd name="connsiteY8" fmla="*/ 15716 h 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280" h="43622">
                  <a:moveTo>
                    <a:pt x="78170" y="15716"/>
                  </a:moveTo>
                  <a:lnTo>
                    <a:pt x="10894" y="42710"/>
                  </a:lnTo>
                  <a:cubicBezTo>
                    <a:pt x="6768" y="44570"/>
                    <a:pt x="1943" y="42731"/>
                    <a:pt x="54" y="38612"/>
                  </a:cubicBezTo>
                  <a:cubicBezTo>
                    <a:pt x="-1764" y="34493"/>
                    <a:pt x="54" y="29646"/>
                    <a:pt x="4180" y="27793"/>
                  </a:cubicBezTo>
                  <a:cubicBezTo>
                    <a:pt x="4390" y="27695"/>
                    <a:pt x="4600" y="27611"/>
                    <a:pt x="4809" y="27534"/>
                  </a:cubicBezTo>
                  <a:lnTo>
                    <a:pt x="72086" y="540"/>
                  </a:lnTo>
                  <a:cubicBezTo>
                    <a:pt x="76213" y="-1320"/>
                    <a:pt x="81038" y="519"/>
                    <a:pt x="82926" y="4638"/>
                  </a:cubicBezTo>
                  <a:cubicBezTo>
                    <a:pt x="84745" y="8757"/>
                    <a:pt x="82926" y="13604"/>
                    <a:pt x="78800" y="15457"/>
                  </a:cubicBezTo>
                  <a:cubicBezTo>
                    <a:pt x="78590" y="15555"/>
                    <a:pt x="78380" y="15639"/>
                    <a:pt x="78170" y="1571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iṣļi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EB0C69F-8263-41A0-B3FC-D6DB78832464}"/>
                </a:ext>
              </a:extLst>
            </p:cNvPr>
            <p:cNvSpPr/>
            <p:nvPr/>
          </p:nvSpPr>
          <p:spPr>
            <a:xfrm>
              <a:off x="7539401" y="1931868"/>
              <a:ext cx="141383" cy="141444"/>
            </a:xfrm>
            <a:custGeom>
              <a:avLst/>
              <a:gdLst>
                <a:gd name="connsiteX0" fmla="*/ 96426 w 141383"/>
                <a:gd name="connsiteY0" fmla="*/ 136137 h 141444"/>
                <a:gd name="connsiteX1" fmla="*/ 4463 w 141383"/>
                <a:gd name="connsiteY1" fmla="*/ 96910 h 141444"/>
                <a:gd name="connsiteX2" fmla="*/ 43696 w 141383"/>
                <a:gd name="connsiteY2" fmla="*/ 4933 h 141444"/>
                <a:gd name="connsiteX3" fmla="*/ 135660 w 141383"/>
                <a:gd name="connsiteY3" fmla="*/ 44166 h 141444"/>
                <a:gd name="connsiteX4" fmla="*/ 135660 w 141383"/>
                <a:gd name="connsiteY4" fmla="*/ 44173 h 141444"/>
                <a:gd name="connsiteX5" fmla="*/ 96426 w 141383"/>
                <a:gd name="connsiteY5" fmla="*/ 136137 h 141444"/>
                <a:gd name="connsiteX6" fmla="*/ 51668 w 141383"/>
                <a:gd name="connsiteY6" fmla="*/ 24731 h 141444"/>
                <a:gd name="connsiteX7" fmla="*/ 24394 w 141383"/>
                <a:gd name="connsiteY7" fmla="*/ 88889 h 141444"/>
                <a:gd name="connsiteX8" fmla="*/ 88524 w 141383"/>
                <a:gd name="connsiteY8" fmla="*/ 116191 h 141444"/>
                <a:gd name="connsiteX9" fmla="*/ 115868 w 141383"/>
                <a:gd name="connsiteY9" fmla="*/ 52146 h 141444"/>
                <a:gd name="connsiteX10" fmla="*/ 51808 w 141383"/>
                <a:gd name="connsiteY10" fmla="*/ 24550 h 141444"/>
                <a:gd name="connsiteX11" fmla="*/ 51388 w 141383"/>
                <a:gd name="connsiteY11" fmla="*/ 24731 h 14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83" h="141444">
                  <a:moveTo>
                    <a:pt x="96426" y="136137"/>
                  </a:moveTo>
                  <a:cubicBezTo>
                    <a:pt x="60200" y="150704"/>
                    <a:pt x="19009" y="133136"/>
                    <a:pt x="4463" y="96910"/>
                  </a:cubicBezTo>
                  <a:cubicBezTo>
                    <a:pt x="-10084" y="60678"/>
                    <a:pt x="7469" y="19500"/>
                    <a:pt x="43696" y="4933"/>
                  </a:cubicBezTo>
                  <a:cubicBezTo>
                    <a:pt x="79921" y="-9627"/>
                    <a:pt x="121113" y="7933"/>
                    <a:pt x="135660" y="44166"/>
                  </a:cubicBezTo>
                  <a:cubicBezTo>
                    <a:pt x="135660" y="44166"/>
                    <a:pt x="135660" y="44173"/>
                    <a:pt x="135660" y="44173"/>
                  </a:cubicBezTo>
                  <a:cubicBezTo>
                    <a:pt x="150136" y="80399"/>
                    <a:pt x="132582" y="121513"/>
                    <a:pt x="96426" y="136137"/>
                  </a:cubicBezTo>
                  <a:close/>
                  <a:moveTo>
                    <a:pt x="51668" y="24731"/>
                  </a:moveTo>
                  <a:cubicBezTo>
                    <a:pt x="26422" y="34907"/>
                    <a:pt x="14184" y="63629"/>
                    <a:pt x="24394" y="88889"/>
                  </a:cubicBezTo>
                  <a:cubicBezTo>
                    <a:pt x="34534" y="114142"/>
                    <a:pt x="63277" y="126367"/>
                    <a:pt x="88524" y="116191"/>
                  </a:cubicBezTo>
                  <a:cubicBezTo>
                    <a:pt x="113700" y="106037"/>
                    <a:pt x="125939" y="77385"/>
                    <a:pt x="115868" y="52146"/>
                  </a:cubicBezTo>
                  <a:cubicBezTo>
                    <a:pt x="105797" y="26843"/>
                    <a:pt x="77125" y="14486"/>
                    <a:pt x="51808" y="24550"/>
                  </a:cubicBezTo>
                  <a:cubicBezTo>
                    <a:pt x="51668" y="24612"/>
                    <a:pt x="51528" y="24668"/>
                    <a:pt x="51388" y="2473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îşľí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D823A0E-262F-455A-B885-D3E8BC23C540}"/>
                </a:ext>
              </a:extLst>
            </p:cNvPr>
            <p:cNvSpPr/>
            <p:nvPr/>
          </p:nvSpPr>
          <p:spPr>
            <a:xfrm>
              <a:off x="7673746" y="1864480"/>
              <a:ext cx="68268" cy="68275"/>
            </a:xfrm>
            <a:custGeom>
              <a:avLst/>
              <a:gdLst>
                <a:gd name="connsiteX0" fmla="*/ 46212 w 68268"/>
                <a:gd name="connsiteY0" fmla="*/ 65614 h 68275"/>
                <a:gd name="connsiteX1" fmla="*/ 1804 w 68268"/>
                <a:gd name="connsiteY1" fmla="*/ 46683 h 68275"/>
                <a:gd name="connsiteX2" fmla="*/ 20756 w 68268"/>
                <a:gd name="connsiteY2" fmla="*/ 2289 h 68275"/>
                <a:gd name="connsiteX3" fmla="*/ 65165 w 68268"/>
                <a:gd name="connsiteY3" fmla="*/ 21220 h 68275"/>
                <a:gd name="connsiteX4" fmla="*/ 65165 w 68268"/>
                <a:gd name="connsiteY4" fmla="*/ 21276 h 68275"/>
                <a:gd name="connsiteX5" fmla="*/ 46212 w 68268"/>
                <a:gd name="connsiteY5" fmla="*/ 65614 h 68275"/>
                <a:gd name="connsiteX6" fmla="*/ 27400 w 68268"/>
                <a:gd name="connsiteY6" fmla="*/ 18618 h 68275"/>
                <a:gd name="connsiteX7" fmla="*/ 18238 w 68268"/>
                <a:gd name="connsiteY7" fmla="*/ 40088 h 68275"/>
                <a:gd name="connsiteX8" fmla="*/ 39709 w 68268"/>
                <a:gd name="connsiteY8" fmla="*/ 49243 h 68275"/>
                <a:gd name="connsiteX9" fmla="*/ 48870 w 68268"/>
                <a:gd name="connsiteY9" fmla="*/ 27780 h 68275"/>
                <a:gd name="connsiteX10" fmla="*/ 27400 w 68268"/>
                <a:gd name="connsiteY10" fmla="*/ 18618 h 6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268" h="68275">
                  <a:moveTo>
                    <a:pt x="46212" y="65614"/>
                  </a:moveTo>
                  <a:cubicBezTo>
                    <a:pt x="28728" y="72650"/>
                    <a:pt x="8867" y="64174"/>
                    <a:pt x="1804" y="46683"/>
                  </a:cubicBezTo>
                  <a:cubicBezTo>
                    <a:pt x="-5190" y="29200"/>
                    <a:pt x="3272" y="9324"/>
                    <a:pt x="20756" y="2289"/>
                  </a:cubicBezTo>
                  <a:cubicBezTo>
                    <a:pt x="38239" y="-4747"/>
                    <a:pt x="58101" y="3729"/>
                    <a:pt x="65165" y="21220"/>
                  </a:cubicBezTo>
                  <a:cubicBezTo>
                    <a:pt x="65165" y="21234"/>
                    <a:pt x="65165" y="21255"/>
                    <a:pt x="65165" y="21276"/>
                  </a:cubicBezTo>
                  <a:cubicBezTo>
                    <a:pt x="72158" y="38753"/>
                    <a:pt x="63696" y="58593"/>
                    <a:pt x="46212" y="65614"/>
                  </a:cubicBezTo>
                  <a:close/>
                  <a:moveTo>
                    <a:pt x="27400" y="18618"/>
                  </a:moveTo>
                  <a:cubicBezTo>
                    <a:pt x="18937" y="22017"/>
                    <a:pt x="14812" y="31633"/>
                    <a:pt x="18238" y="40088"/>
                  </a:cubicBezTo>
                  <a:cubicBezTo>
                    <a:pt x="21665" y="48543"/>
                    <a:pt x="31246" y="52648"/>
                    <a:pt x="39709" y="49243"/>
                  </a:cubicBezTo>
                  <a:cubicBezTo>
                    <a:pt x="48170" y="45844"/>
                    <a:pt x="52296" y="36235"/>
                    <a:pt x="48870" y="27780"/>
                  </a:cubicBezTo>
                  <a:cubicBezTo>
                    <a:pt x="45443" y="19353"/>
                    <a:pt x="35862" y="15262"/>
                    <a:pt x="27400" y="1861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îŝḻ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9EF0B68-8F16-49D9-9D3A-E5B8836B79CC}"/>
                </a:ext>
              </a:extLst>
            </p:cNvPr>
            <p:cNvSpPr/>
            <p:nvPr/>
          </p:nvSpPr>
          <p:spPr>
            <a:xfrm>
              <a:off x="4433628" y="2269951"/>
              <a:ext cx="152876" cy="152876"/>
            </a:xfrm>
            <a:custGeom>
              <a:avLst/>
              <a:gdLst>
                <a:gd name="connsiteX0" fmla="*/ 75788 w 152876"/>
                <a:gd name="connsiteY0" fmla="*/ 152690 h 152876"/>
                <a:gd name="connsiteX1" fmla="*/ -650 w 152876"/>
                <a:gd name="connsiteY1" fmla="*/ 76252 h 152876"/>
                <a:gd name="connsiteX2" fmla="*/ 75788 w 152876"/>
                <a:gd name="connsiteY2" fmla="*/ -186 h 152876"/>
                <a:gd name="connsiteX3" fmla="*/ 152226 w 152876"/>
                <a:gd name="connsiteY3" fmla="*/ 76252 h 152876"/>
                <a:gd name="connsiteX4" fmla="*/ 75788 w 152876"/>
                <a:gd name="connsiteY4" fmla="*/ 152690 h 152876"/>
                <a:gd name="connsiteX5" fmla="*/ 75788 w 152876"/>
                <a:gd name="connsiteY5" fmla="*/ 24850 h 152876"/>
                <a:gd name="connsiteX6" fmla="*/ 24317 w 152876"/>
                <a:gd name="connsiteY6" fmla="*/ 76182 h 152876"/>
                <a:gd name="connsiteX7" fmla="*/ 75648 w 152876"/>
                <a:gd name="connsiteY7" fmla="*/ 127654 h 152876"/>
                <a:gd name="connsiteX8" fmla="*/ 127120 w 152876"/>
                <a:gd name="connsiteY8" fmla="*/ 76322 h 152876"/>
                <a:gd name="connsiteX9" fmla="*/ 127120 w 152876"/>
                <a:gd name="connsiteY9" fmla="*/ 76252 h 152876"/>
                <a:gd name="connsiteX10" fmla="*/ 75788 w 152876"/>
                <a:gd name="connsiteY10" fmla="*/ 24850 h 15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876" h="152876">
                  <a:moveTo>
                    <a:pt x="75788" y="152690"/>
                  </a:moveTo>
                  <a:cubicBezTo>
                    <a:pt x="33576" y="152690"/>
                    <a:pt x="-650" y="118464"/>
                    <a:pt x="-650" y="76252"/>
                  </a:cubicBezTo>
                  <a:cubicBezTo>
                    <a:pt x="-650" y="34040"/>
                    <a:pt x="33576" y="-186"/>
                    <a:pt x="75788" y="-186"/>
                  </a:cubicBezTo>
                  <a:cubicBezTo>
                    <a:pt x="118008" y="-186"/>
                    <a:pt x="152226" y="34040"/>
                    <a:pt x="152226" y="76252"/>
                  </a:cubicBezTo>
                  <a:cubicBezTo>
                    <a:pt x="152191" y="118450"/>
                    <a:pt x="117987" y="152655"/>
                    <a:pt x="75788" y="152690"/>
                  </a:cubicBezTo>
                  <a:close/>
                  <a:moveTo>
                    <a:pt x="75788" y="24850"/>
                  </a:moveTo>
                  <a:cubicBezTo>
                    <a:pt x="47402" y="24808"/>
                    <a:pt x="24359" y="47796"/>
                    <a:pt x="24317" y="76182"/>
                  </a:cubicBezTo>
                  <a:cubicBezTo>
                    <a:pt x="24282" y="104568"/>
                    <a:pt x="47262" y="127612"/>
                    <a:pt x="75648" y="127654"/>
                  </a:cubicBezTo>
                  <a:cubicBezTo>
                    <a:pt x="104035" y="127695"/>
                    <a:pt x="127078" y="104708"/>
                    <a:pt x="127120" y="76322"/>
                  </a:cubicBezTo>
                  <a:cubicBezTo>
                    <a:pt x="127120" y="76301"/>
                    <a:pt x="127120" y="76273"/>
                    <a:pt x="127120" y="76252"/>
                  </a:cubicBezTo>
                  <a:cubicBezTo>
                    <a:pt x="127120" y="47894"/>
                    <a:pt x="104147" y="24892"/>
                    <a:pt x="75788" y="2485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îş1í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CC9B14B-554E-4531-AE61-7DD00FBE61CC}"/>
                </a:ext>
              </a:extLst>
            </p:cNvPr>
            <p:cNvSpPr/>
            <p:nvPr/>
          </p:nvSpPr>
          <p:spPr>
            <a:xfrm>
              <a:off x="4389359" y="2060988"/>
              <a:ext cx="241413" cy="570733"/>
            </a:xfrm>
            <a:custGeom>
              <a:avLst/>
              <a:gdLst>
                <a:gd name="connsiteX0" fmla="*/ 120057 w 241413"/>
                <a:gd name="connsiteY0" fmla="*/ 570547 h 570733"/>
                <a:gd name="connsiteX1" fmla="*/ -650 w 241413"/>
                <a:gd name="connsiteY1" fmla="*/ 285216 h 570733"/>
                <a:gd name="connsiteX2" fmla="*/ 120057 w 241413"/>
                <a:gd name="connsiteY2" fmla="*/ -186 h 570733"/>
                <a:gd name="connsiteX3" fmla="*/ 240763 w 241413"/>
                <a:gd name="connsiteY3" fmla="*/ 285216 h 570733"/>
                <a:gd name="connsiteX4" fmla="*/ 208174 w 241413"/>
                <a:gd name="connsiteY4" fmla="*/ 482710 h 570733"/>
                <a:gd name="connsiteX5" fmla="*/ 191914 w 241413"/>
                <a:gd name="connsiteY5" fmla="*/ 489738 h 570733"/>
                <a:gd name="connsiteX6" fmla="*/ 184886 w 241413"/>
                <a:gd name="connsiteY6" fmla="*/ 473479 h 570733"/>
                <a:gd name="connsiteX7" fmla="*/ 215657 w 241413"/>
                <a:gd name="connsiteY7" fmla="*/ 285216 h 570733"/>
                <a:gd name="connsiteX8" fmla="*/ 120057 w 241413"/>
                <a:gd name="connsiteY8" fmla="*/ 24920 h 570733"/>
                <a:gd name="connsiteX9" fmla="*/ 24456 w 241413"/>
                <a:gd name="connsiteY9" fmla="*/ 285216 h 570733"/>
                <a:gd name="connsiteX10" fmla="*/ 120057 w 241413"/>
                <a:gd name="connsiteY10" fmla="*/ 545441 h 570733"/>
                <a:gd name="connsiteX11" fmla="*/ 162017 w 241413"/>
                <a:gd name="connsiteY11" fmla="*/ 516838 h 570733"/>
                <a:gd name="connsiteX12" fmla="*/ 179326 w 241413"/>
                <a:gd name="connsiteY12" fmla="*/ 512684 h 570733"/>
                <a:gd name="connsiteX13" fmla="*/ 183480 w 241413"/>
                <a:gd name="connsiteY13" fmla="*/ 529999 h 570733"/>
                <a:gd name="connsiteX14" fmla="*/ 182438 w 241413"/>
                <a:gd name="connsiteY14" fmla="*/ 531454 h 570733"/>
                <a:gd name="connsiteX15" fmla="*/ 120057 w 241413"/>
                <a:gd name="connsiteY15" fmla="*/ 570547 h 57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1413" h="570733">
                  <a:moveTo>
                    <a:pt x="120057" y="570547"/>
                  </a:moveTo>
                  <a:cubicBezTo>
                    <a:pt x="52360" y="570547"/>
                    <a:pt x="-650" y="445225"/>
                    <a:pt x="-650" y="285216"/>
                  </a:cubicBezTo>
                  <a:cubicBezTo>
                    <a:pt x="-650" y="125206"/>
                    <a:pt x="52360" y="-186"/>
                    <a:pt x="120057" y="-186"/>
                  </a:cubicBezTo>
                  <a:cubicBezTo>
                    <a:pt x="187753" y="-186"/>
                    <a:pt x="240763" y="125206"/>
                    <a:pt x="240763" y="285216"/>
                  </a:cubicBezTo>
                  <a:cubicBezTo>
                    <a:pt x="240763" y="359626"/>
                    <a:pt x="229154" y="429770"/>
                    <a:pt x="208174" y="482710"/>
                  </a:cubicBezTo>
                  <a:cubicBezTo>
                    <a:pt x="205621" y="489144"/>
                    <a:pt x="198348" y="492291"/>
                    <a:pt x="191914" y="489738"/>
                  </a:cubicBezTo>
                  <a:cubicBezTo>
                    <a:pt x="185480" y="487193"/>
                    <a:pt x="182333" y="479913"/>
                    <a:pt x="184886" y="473479"/>
                  </a:cubicBezTo>
                  <a:cubicBezTo>
                    <a:pt x="204747" y="423406"/>
                    <a:pt x="215657" y="356479"/>
                    <a:pt x="215657" y="285216"/>
                  </a:cubicBezTo>
                  <a:cubicBezTo>
                    <a:pt x="215657" y="162061"/>
                    <a:pt x="176424" y="24920"/>
                    <a:pt x="120057" y="24920"/>
                  </a:cubicBezTo>
                  <a:cubicBezTo>
                    <a:pt x="63690" y="24920"/>
                    <a:pt x="24456" y="162341"/>
                    <a:pt x="24456" y="285216"/>
                  </a:cubicBezTo>
                  <a:cubicBezTo>
                    <a:pt x="24456" y="408090"/>
                    <a:pt x="63690" y="545441"/>
                    <a:pt x="120057" y="545441"/>
                  </a:cubicBezTo>
                  <a:cubicBezTo>
                    <a:pt x="137820" y="545441"/>
                    <a:pt x="152716" y="529846"/>
                    <a:pt x="162017" y="516838"/>
                  </a:cubicBezTo>
                  <a:cubicBezTo>
                    <a:pt x="165654" y="510914"/>
                    <a:pt x="173403" y="509054"/>
                    <a:pt x="179326" y="512684"/>
                  </a:cubicBezTo>
                  <a:cubicBezTo>
                    <a:pt x="185257" y="516320"/>
                    <a:pt x="187117" y="524069"/>
                    <a:pt x="183480" y="529999"/>
                  </a:cubicBezTo>
                  <a:cubicBezTo>
                    <a:pt x="183165" y="530510"/>
                    <a:pt x="182823" y="530992"/>
                    <a:pt x="182438" y="531454"/>
                  </a:cubicBezTo>
                  <a:cubicBezTo>
                    <a:pt x="164115" y="556980"/>
                    <a:pt x="142575" y="570547"/>
                    <a:pt x="120057" y="570547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îṥļï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BD1D239-9B3F-4F76-A073-D8A3770DF836}"/>
                </a:ext>
              </a:extLst>
            </p:cNvPr>
            <p:cNvSpPr/>
            <p:nvPr/>
          </p:nvSpPr>
          <p:spPr>
            <a:xfrm>
              <a:off x="4254233" y="2169545"/>
              <a:ext cx="511664" cy="353148"/>
            </a:xfrm>
            <a:custGeom>
              <a:avLst/>
              <a:gdLst>
                <a:gd name="connsiteX0" fmla="*/ 418549 w 511664"/>
                <a:gd name="connsiteY0" fmla="*/ 352963 h 353148"/>
                <a:gd name="connsiteX1" fmla="*/ 195668 w 511664"/>
                <a:gd name="connsiteY1" fmla="*/ 281630 h 353148"/>
                <a:gd name="connsiteX2" fmla="*/ 39855 w 511664"/>
                <a:gd name="connsiteY2" fmla="*/ 155748 h 353148"/>
                <a:gd name="connsiteX3" fmla="*/ 6916 w 511664"/>
                <a:gd name="connsiteY3" fmla="*/ 35811 h 353148"/>
                <a:gd name="connsiteX4" fmla="*/ 24015 w 511664"/>
                <a:gd name="connsiteY4" fmla="*/ 31090 h 353148"/>
                <a:gd name="connsiteX5" fmla="*/ 28735 w 511664"/>
                <a:gd name="connsiteY5" fmla="*/ 48189 h 353148"/>
                <a:gd name="connsiteX6" fmla="*/ 59437 w 511664"/>
                <a:gd name="connsiteY6" fmla="*/ 140013 h 353148"/>
                <a:gd name="connsiteX7" fmla="*/ 208047 w 511664"/>
                <a:gd name="connsiteY7" fmla="*/ 259670 h 353148"/>
                <a:gd name="connsiteX8" fmla="*/ 481630 w 511664"/>
                <a:gd name="connsiteY8" fmla="*/ 304848 h 353148"/>
                <a:gd name="connsiteX9" fmla="*/ 450929 w 511664"/>
                <a:gd name="connsiteY9" fmla="*/ 212954 h 353148"/>
                <a:gd name="connsiteX10" fmla="*/ 302318 w 511664"/>
                <a:gd name="connsiteY10" fmla="*/ 93297 h 353148"/>
                <a:gd name="connsiteX11" fmla="*/ 60206 w 511664"/>
                <a:gd name="connsiteY11" fmla="*/ 28118 h 353148"/>
                <a:gd name="connsiteX12" fmla="*/ 45065 w 511664"/>
                <a:gd name="connsiteY12" fmla="*/ 18852 h 353148"/>
                <a:gd name="connsiteX13" fmla="*/ 54331 w 511664"/>
                <a:gd name="connsiteY13" fmla="*/ 3711 h 353148"/>
                <a:gd name="connsiteX14" fmla="*/ 314697 w 511664"/>
                <a:gd name="connsiteY14" fmla="*/ 71477 h 353148"/>
                <a:gd name="connsiteX15" fmla="*/ 470510 w 511664"/>
                <a:gd name="connsiteY15" fmla="*/ 197359 h 353148"/>
                <a:gd name="connsiteX16" fmla="*/ 503449 w 511664"/>
                <a:gd name="connsiteY16" fmla="*/ 317366 h 353148"/>
                <a:gd name="connsiteX17" fmla="*/ 418549 w 511664"/>
                <a:gd name="connsiteY17" fmla="*/ 352963 h 35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664" h="353148">
                  <a:moveTo>
                    <a:pt x="418549" y="352963"/>
                  </a:moveTo>
                  <a:cubicBezTo>
                    <a:pt x="359245" y="352963"/>
                    <a:pt x="278191" y="328346"/>
                    <a:pt x="195668" y="281630"/>
                  </a:cubicBezTo>
                  <a:cubicBezTo>
                    <a:pt x="130909" y="244914"/>
                    <a:pt x="75591" y="200296"/>
                    <a:pt x="39855" y="155748"/>
                  </a:cubicBezTo>
                  <a:cubicBezTo>
                    <a:pt x="1671" y="108332"/>
                    <a:pt x="-10009" y="65673"/>
                    <a:pt x="6916" y="35811"/>
                  </a:cubicBezTo>
                  <a:cubicBezTo>
                    <a:pt x="10336" y="29782"/>
                    <a:pt x="17987" y="27670"/>
                    <a:pt x="24015" y="31090"/>
                  </a:cubicBezTo>
                  <a:cubicBezTo>
                    <a:pt x="30043" y="34510"/>
                    <a:pt x="32155" y="42161"/>
                    <a:pt x="28735" y="48189"/>
                  </a:cubicBezTo>
                  <a:cubicBezTo>
                    <a:pt x="17406" y="68190"/>
                    <a:pt x="28735" y="101689"/>
                    <a:pt x="59437" y="140013"/>
                  </a:cubicBezTo>
                  <a:cubicBezTo>
                    <a:pt x="93215" y="181973"/>
                    <a:pt x="146015" y="224493"/>
                    <a:pt x="208047" y="259670"/>
                  </a:cubicBezTo>
                  <a:cubicBezTo>
                    <a:pt x="315116" y="320373"/>
                    <a:pt x="453796" y="353802"/>
                    <a:pt x="481630" y="304848"/>
                  </a:cubicBezTo>
                  <a:cubicBezTo>
                    <a:pt x="492959" y="284777"/>
                    <a:pt x="481630" y="251278"/>
                    <a:pt x="450929" y="212954"/>
                  </a:cubicBezTo>
                  <a:cubicBezTo>
                    <a:pt x="417150" y="170994"/>
                    <a:pt x="364350" y="128473"/>
                    <a:pt x="302318" y="93297"/>
                  </a:cubicBezTo>
                  <a:cubicBezTo>
                    <a:pt x="210774" y="41405"/>
                    <a:pt x="113496" y="15250"/>
                    <a:pt x="60206" y="28118"/>
                  </a:cubicBezTo>
                  <a:cubicBezTo>
                    <a:pt x="53464" y="29740"/>
                    <a:pt x="46688" y="25593"/>
                    <a:pt x="45065" y="18852"/>
                  </a:cubicBezTo>
                  <a:cubicBezTo>
                    <a:pt x="43442" y="12110"/>
                    <a:pt x="47589" y="5333"/>
                    <a:pt x="54331" y="3711"/>
                  </a:cubicBezTo>
                  <a:cubicBezTo>
                    <a:pt x="114265" y="-10766"/>
                    <a:pt x="216439" y="15809"/>
                    <a:pt x="314697" y="71477"/>
                  </a:cubicBezTo>
                  <a:cubicBezTo>
                    <a:pt x="379455" y="108193"/>
                    <a:pt x="434774" y="152811"/>
                    <a:pt x="470510" y="197359"/>
                  </a:cubicBezTo>
                  <a:cubicBezTo>
                    <a:pt x="508694" y="244844"/>
                    <a:pt x="520373" y="287434"/>
                    <a:pt x="503449" y="317366"/>
                  </a:cubicBezTo>
                  <a:cubicBezTo>
                    <a:pt x="489812" y="341353"/>
                    <a:pt x="459321" y="352963"/>
                    <a:pt x="418549" y="35296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îš1í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D93D1BE-AF81-4542-88A1-698443DA00B7}"/>
                </a:ext>
              </a:extLst>
            </p:cNvPr>
            <p:cNvSpPr/>
            <p:nvPr/>
          </p:nvSpPr>
          <p:spPr>
            <a:xfrm>
              <a:off x="4254023" y="2169927"/>
              <a:ext cx="511561" cy="352766"/>
            </a:xfrm>
            <a:custGeom>
              <a:avLst/>
              <a:gdLst>
                <a:gd name="connsiteX0" fmla="*/ 91816 w 511561"/>
                <a:gd name="connsiteY0" fmla="*/ 352580 h 352766"/>
                <a:gd name="connsiteX1" fmla="*/ 6916 w 511561"/>
                <a:gd name="connsiteY1" fmla="*/ 316984 h 352766"/>
                <a:gd name="connsiteX2" fmla="*/ 39855 w 511561"/>
                <a:gd name="connsiteY2" fmla="*/ 196977 h 352766"/>
                <a:gd name="connsiteX3" fmla="*/ 195668 w 511561"/>
                <a:gd name="connsiteY3" fmla="*/ 71095 h 352766"/>
                <a:gd name="connsiteX4" fmla="*/ 503379 w 511561"/>
                <a:gd name="connsiteY4" fmla="*/ 35428 h 352766"/>
                <a:gd name="connsiteX5" fmla="*/ 502050 w 511561"/>
                <a:gd name="connsiteY5" fmla="*/ 104663 h 352766"/>
                <a:gd name="connsiteX6" fmla="*/ 485616 w 511561"/>
                <a:gd name="connsiteY6" fmla="*/ 111307 h 352766"/>
                <a:gd name="connsiteX7" fmla="*/ 478972 w 511561"/>
                <a:gd name="connsiteY7" fmla="*/ 94873 h 352766"/>
                <a:gd name="connsiteX8" fmla="*/ 481560 w 511561"/>
                <a:gd name="connsiteY8" fmla="*/ 47807 h 352766"/>
                <a:gd name="connsiteX9" fmla="*/ 207977 w 511561"/>
                <a:gd name="connsiteY9" fmla="*/ 92914 h 352766"/>
                <a:gd name="connsiteX10" fmla="*/ 59366 w 511561"/>
                <a:gd name="connsiteY10" fmla="*/ 212572 h 352766"/>
                <a:gd name="connsiteX11" fmla="*/ 28665 w 511561"/>
                <a:gd name="connsiteY11" fmla="*/ 304466 h 352766"/>
                <a:gd name="connsiteX12" fmla="*/ 302248 w 511561"/>
                <a:gd name="connsiteY12" fmla="*/ 259288 h 352766"/>
                <a:gd name="connsiteX13" fmla="*/ 452607 w 511561"/>
                <a:gd name="connsiteY13" fmla="*/ 137463 h 352766"/>
                <a:gd name="connsiteX14" fmla="*/ 470195 w 511561"/>
                <a:gd name="connsiteY14" fmla="*/ 135400 h 352766"/>
                <a:gd name="connsiteX15" fmla="*/ 472259 w 511561"/>
                <a:gd name="connsiteY15" fmla="*/ 152988 h 352766"/>
                <a:gd name="connsiteX16" fmla="*/ 314626 w 511561"/>
                <a:gd name="connsiteY16" fmla="*/ 281108 h 352766"/>
                <a:gd name="connsiteX17" fmla="*/ 91816 w 511561"/>
                <a:gd name="connsiteY17" fmla="*/ 352580 h 35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561" h="352766">
                  <a:moveTo>
                    <a:pt x="91816" y="352580"/>
                  </a:moveTo>
                  <a:cubicBezTo>
                    <a:pt x="51044" y="352580"/>
                    <a:pt x="20553" y="340971"/>
                    <a:pt x="6916" y="316984"/>
                  </a:cubicBezTo>
                  <a:cubicBezTo>
                    <a:pt x="-10008" y="287052"/>
                    <a:pt x="1671" y="244462"/>
                    <a:pt x="39855" y="196977"/>
                  </a:cubicBezTo>
                  <a:cubicBezTo>
                    <a:pt x="75591" y="152568"/>
                    <a:pt x="130769" y="107950"/>
                    <a:pt x="195668" y="71095"/>
                  </a:cubicBezTo>
                  <a:cubicBezTo>
                    <a:pt x="334908" y="-7791"/>
                    <a:pt x="470021" y="-23456"/>
                    <a:pt x="503379" y="35428"/>
                  </a:cubicBezTo>
                  <a:cubicBezTo>
                    <a:pt x="513869" y="53961"/>
                    <a:pt x="513380" y="77879"/>
                    <a:pt x="502050" y="104663"/>
                  </a:cubicBezTo>
                  <a:cubicBezTo>
                    <a:pt x="499344" y="111034"/>
                    <a:pt x="491987" y="114014"/>
                    <a:pt x="485616" y="111307"/>
                  </a:cubicBezTo>
                  <a:cubicBezTo>
                    <a:pt x="479245" y="108601"/>
                    <a:pt x="476266" y="101244"/>
                    <a:pt x="478972" y="94873"/>
                  </a:cubicBezTo>
                  <a:cubicBezTo>
                    <a:pt x="484707" y="81445"/>
                    <a:pt x="489742" y="62283"/>
                    <a:pt x="481560" y="47807"/>
                  </a:cubicBezTo>
                  <a:cubicBezTo>
                    <a:pt x="453586" y="-1147"/>
                    <a:pt x="315046" y="32212"/>
                    <a:pt x="207977" y="92914"/>
                  </a:cubicBezTo>
                  <a:cubicBezTo>
                    <a:pt x="145945" y="127882"/>
                    <a:pt x="93145" y="170612"/>
                    <a:pt x="59366" y="212572"/>
                  </a:cubicBezTo>
                  <a:cubicBezTo>
                    <a:pt x="28526" y="250896"/>
                    <a:pt x="17406" y="284394"/>
                    <a:pt x="28665" y="304466"/>
                  </a:cubicBezTo>
                  <a:cubicBezTo>
                    <a:pt x="56639" y="353420"/>
                    <a:pt x="195179" y="319991"/>
                    <a:pt x="302248" y="259288"/>
                  </a:cubicBezTo>
                  <a:cubicBezTo>
                    <a:pt x="365189" y="223412"/>
                    <a:pt x="418899" y="180192"/>
                    <a:pt x="452607" y="137463"/>
                  </a:cubicBezTo>
                  <a:cubicBezTo>
                    <a:pt x="456894" y="132036"/>
                    <a:pt x="464768" y="131113"/>
                    <a:pt x="470195" y="135400"/>
                  </a:cubicBezTo>
                  <a:cubicBezTo>
                    <a:pt x="475622" y="139687"/>
                    <a:pt x="476545" y="147561"/>
                    <a:pt x="472259" y="152988"/>
                  </a:cubicBezTo>
                  <a:cubicBezTo>
                    <a:pt x="436662" y="198166"/>
                    <a:pt x="380644" y="243902"/>
                    <a:pt x="314626" y="281108"/>
                  </a:cubicBezTo>
                  <a:cubicBezTo>
                    <a:pt x="232384" y="327964"/>
                    <a:pt x="151330" y="352510"/>
                    <a:pt x="91816" y="35258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îṩ1i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CD60D29-924F-4625-A6A6-7771C89FBC7D}"/>
                </a:ext>
              </a:extLst>
            </p:cNvPr>
            <p:cNvSpPr/>
            <p:nvPr/>
          </p:nvSpPr>
          <p:spPr>
            <a:xfrm>
              <a:off x="4715463" y="2179946"/>
              <a:ext cx="63780" cy="63780"/>
            </a:xfrm>
            <a:custGeom>
              <a:avLst/>
              <a:gdLst>
                <a:gd name="connsiteX0" fmla="*/ 63780 w 63780"/>
                <a:gd name="connsiteY0" fmla="*/ 31890 h 63780"/>
                <a:gd name="connsiteX1" fmla="*/ 31890 w 63780"/>
                <a:gd name="connsiteY1" fmla="*/ 63780 h 63780"/>
                <a:gd name="connsiteX2" fmla="*/ 0 w 63780"/>
                <a:gd name="connsiteY2" fmla="*/ 31890 h 63780"/>
                <a:gd name="connsiteX3" fmla="*/ 31890 w 63780"/>
                <a:gd name="connsiteY3" fmla="*/ 0 h 63780"/>
                <a:gd name="connsiteX4" fmla="*/ 63780 w 63780"/>
                <a:gd name="connsiteY4" fmla="*/ 31890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780" y="31890"/>
                  </a:moveTo>
                  <a:cubicBezTo>
                    <a:pt x="63780" y="49502"/>
                    <a:pt x="49502" y="63780"/>
                    <a:pt x="31890" y="63780"/>
                  </a:cubicBezTo>
                  <a:cubicBezTo>
                    <a:pt x="14278" y="63780"/>
                    <a:pt x="0" y="49502"/>
                    <a:pt x="0" y="31890"/>
                  </a:cubicBezTo>
                  <a:cubicBezTo>
                    <a:pt x="0" y="14278"/>
                    <a:pt x="14278" y="0"/>
                    <a:pt x="31890" y="0"/>
                  </a:cubicBezTo>
                  <a:cubicBezTo>
                    <a:pt x="49502" y="0"/>
                    <a:pt x="63780" y="14278"/>
                    <a:pt x="63780" y="31890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iṣľ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6B74F44-0B18-4B5F-A905-8A507329F9E8}"/>
                </a:ext>
              </a:extLst>
            </p:cNvPr>
            <p:cNvSpPr/>
            <p:nvPr/>
          </p:nvSpPr>
          <p:spPr>
            <a:xfrm rot="16999799">
              <a:off x="4333599" y="2346186"/>
              <a:ext cx="63780" cy="63780"/>
            </a:xfrm>
            <a:custGeom>
              <a:avLst/>
              <a:gdLst>
                <a:gd name="connsiteX0" fmla="*/ 63130 w 63780"/>
                <a:gd name="connsiteY0" fmla="*/ 31704 h 63780"/>
                <a:gd name="connsiteX1" fmla="*/ 31240 w 63780"/>
                <a:gd name="connsiteY1" fmla="*/ 63594 h 63780"/>
                <a:gd name="connsiteX2" fmla="*/ -650 w 63780"/>
                <a:gd name="connsiteY2" fmla="*/ 31704 h 63780"/>
                <a:gd name="connsiteX3" fmla="*/ 31240 w 63780"/>
                <a:gd name="connsiteY3" fmla="*/ -186 h 63780"/>
                <a:gd name="connsiteX4" fmla="*/ 63130 w 63780"/>
                <a:gd name="connsiteY4" fmla="*/ 31704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130" y="31704"/>
                  </a:moveTo>
                  <a:cubicBezTo>
                    <a:pt x="63130" y="49316"/>
                    <a:pt x="48853" y="63594"/>
                    <a:pt x="31240" y="63594"/>
                  </a:cubicBezTo>
                  <a:cubicBezTo>
                    <a:pt x="13628" y="63594"/>
                    <a:pt x="-650" y="49316"/>
                    <a:pt x="-650" y="31704"/>
                  </a:cubicBezTo>
                  <a:cubicBezTo>
                    <a:pt x="-650" y="14091"/>
                    <a:pt x="13628" y="-186"/>
                    <a:pt x="31240" y="-186"/>
                  </a:cubicBezTo>
                  <a:cubicBezTo>
                    <a:pt x="48853" y="-186"/>
                    <a:pt x="63130" y="14092"/>
                    <a:pt x="63130" y="31704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îsļ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F8103BE-91C8-4026-A59D-C9E1BDEBC607}"/>
                </a:ext>
              </a:extLst>
            </p:cNvPr>
            <p:cNvSpPr/>
            <p:nvPr/>
          </p:nvSpPr>
          <p:spPr>
            <a:xfrm>
              <a:off x="4478176" y="2041616"/>
              <a:ext cx="63780" cy="63780"/>
            </a:xfrm>
            <a:custGeom>
              <a:avLst/>
              <a:gdLst>
                <a:gd name="connsiteX0" fmla="*/ 63780 w 63780"/>
                <a:gd name="connsiteY0" fmla="*/ 31890 h 63780"/>
                <a:gd name="connsiteX1" fmla="*/ 31890 w 63780"/>
                <a:gd name="connsiteY1" fmla="*/ 63780 h 63780"/>
                <a:gd name="connsiteX2" fmla="*/ 0 w 63780"/>
                <a:gd name="connsiteY2" fmla="*/ 31890 h 63780"/>
                <a:gd name="connsiteX3" fmla="*/ 31890 w 63780"/>
                <a:gd name="connsiteY3" fmla="*/ 0 h 63780"/>
                <a:gd name="connsiteX4" fmla="*/ 63780 w 63780"/>
                <a:gd name="connsiteY4" fmla="*/ 31890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780" y="31890"/>
                  </a:moveTo>
                  <a:cubicBezTo>
                    <a:pt x="63780" y="49502"/>
                    <a:pt x="49502" y="63780"/>
                    <a:pt x="31890" y="63780"/>
                  </a:cubicBezTo>
                  <a:cubicBezTo>
                    <a:pt x="14278" y="63780"/>
                    <a:pt x="0" y="49502"/>
                    <a:pt x="0" y="31890"/>
                  </a:cubicBezTo>
                  <a:cubicBezTo>
                    <a:pt x="0" y="14278"/>
                    <a:pt x="14278" y="0"/>
                    <a:pt x="31890" y="0"/>
                  </a:cubicBezTo>
                  <a:cubicBezTo>
                    <a:pt x="49502" y="0"/>
                    <a:pt x="63780" y="14278"/>
                    <a:pt x="63780" y="31890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íš1î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6E33BC6-6D8B-425D-84F4-A2E8FF166CD4}"/>
                </a:ext>
              </a:extLst>
            </p:cNvPr>
            <p:cNvSpPr/>
            <p:nvPr/>
          </p:nvSpPr>
          <p:spPr>
            <a:xfrm>
              <a:off x="5662266" y="1407604"/>
              <a:ext cx="100989" cy="101008"/>
            </a:xfrm>
            <a:custGeom>
              <a:avLst/>
              <a:gdLst>
                <a:gd name="connsiteX0" fmla="*/ 21626 w 100989"/>
                <a:gd name="connsiteY0" fmla="*/ 92184 h 101008"/>
                <a:gd name="connsiteX1" fmla="*/ 10016 w 100989"/>
                <a:gd name="connsiteY1" fmla="*/ 81345 h 101008"/>
                <a:gd name="connsiteX2" fmla="*/ 18814 w 100989"/>
                <a:gd name="connsiteY2" fmla="*/ 10480 h 101008"/>
                <a:gd name="connsiteX3" fmla="*/ 89679 w 100989"/>
                <a:gd name="connsiteY3" fmla="*/ 19278 h 101008"/>
                <a:gd name="connsiteX4" fmla="*/ 80881 w 100989"/>
                <a:gd name="connsiteY4" fmla="*/ 90142 h 101008"/>
                <a:gd name="connsiteX5" fmla="*/ 80860 w 100989"/>
                <a:gd name="connsiteY5" fmla="*/ 90156 h 101008"/>
                <a:gd name="connsiteX6" fmla="*/ 80860 w 100989"/>
                <a:gd name="connsiteY6" fmla="*/ 90156 h 101008"/>
                <a:gd name="connsiteX7" fmla="*/ 21626 w 100989"/>
                <a:gd name="connsiteY7" fmla="*/ 92184 h 101008"/>
                <a:gd name="connsiteX8" fmla="*/ 67433 w 100989"/>
                <a:gd name="connsiteY8" fmla="*/ 24208 h 101008"/>
                <a:gd name="connsiteX9" fmla="*/ 23759 w 100989"/>
                <a:gd name="connsiteY9" fmla="*/ 32782 h 101008"/>
                <a:gd name="connsiteX10" fmla="*/ 32333 w 100989"/>
                <a:gd name="connsiteY10" fmla="*/ 76456 h 101008"/>
                <a:gd name="connsiteX11" fmla="*/ 69181 w 100989"/>
                <a:gd name="connsiteY11" fmla="*/ 75190 h 101008"/>
                <a:gd name="connsiteX12" fmla="*/ 69181 w 100989"/>
                <a:gd name="connsiteY12" fmla="*/ 75190 h 101008"/>
                <a:gd name="connsiteX13" fmla="*/ 74825 w 100989"/>
                <a:gd name="connsiteY13" fmla="*/ 31146 h 101008"/>
                <a:gd name="connsiteX14" fmla="*/ 74706 w 100989"/>
                <a:gd name="connsiteY14" fmla="*/ 30992 h 101008"/>
                <a:gd name="connsiteX15" fmla="*/ 67433 w 100989"/>
                <a:gd name="connsiteY15" fmla="*/ 24208 h 101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989" h="101008">
                  <a:moveTo>
                    <a:pt x="21626" y="92184"/>
                  </a:moveTo>
                  <a:cubicBezTo>
                    <a:pt x="17220" y="89191"/>
                    <a:pt x="13304" y="85534"/>
                    <a:pt x="10016" y="81345"/>
                  </a:cubicBezTo>
                  <a:cubicBezTo>
                    <a:pt x="-7124" y="59350"/>
                    <a:pt x="-3187" y="27621"/>
                    <a:pt x="18814" y="10480"/>
                  </a:cubicBezTo>
                  <a:cubicBezTo>
                    <a:pt x="40809" y="-6661"/>
                    <a:pt x="72538" y="-2724"/>
                    <a:pt x="89679" y="19278"/>
                  </a:cubicBezTo>
                  <a:cubicBezTo>
                    <a:pt x="106812" y="41272"/>
                    <a:pt x="102875" y="73001"/>
                    <a:pt x="80881" y="90142"/>
                  </a:cubicBezTo>
                  <a:cubicBezTo>
                    <a:pt x="80874" y="90149"/>
                    <a:pt x="80867" y="90149"/>
                    <a:pt x="80860" y="90156"/>
                  </a:cubicBezTo>
                  <a:lnTo>
                    <a:pt x="80860" y="90156"/>
                  </a:lnTo>
                  <a:cubicBezTo>
                    <a:pt x="63635" y="103591"/>
                    <a:pt x="39725" y="104409"/>
                    <a:pt x="21626" y="92184"/>
                  </a:cubicBezTo>
                  <a:close/>
                  <a:moveTo>
                    <a:pt x="67433" y="24208"/>
                  </a:moveTo>
                  <a:cubicBezTo>
                    <a:pt x="53005" y="14515"/>
                    <a:pt x="33452" y="18355"/>
                    <a:pt x="23759" y="32782"/>
                  </a:cubicBezTo>
                  <a:cubicBezTo>
                    <a:pt x="14066" y="47210"/>
                    <a:pt x="17905" y="66763"/>
                    <a:pt x="32333" y="76456"/>
                  </a:cubicBezTo>
                  <a:cubicBezTo>
                    <a:pt x="43606" y="84023"/>
                    <a:pt x="58460" y="83513"/>
                    <a:pt x="69181" y="75190"/>
                  </a:cubicBezTo>
                  <a:lnTo>
                    <a:pt x="69181" y="75190"/>
                  </a:lnTo>
                  <a:cubicBezTo>
                    <a:pt x="82902" y="64588"/>
                    <a:pt x="85427" y="44867"/>
                    <a:pt x="74825" y="31146"/>
                  </a:cubicBezTo>
                  <a:cubicBezTo>
                    <a:pt x="74783" y="31090"/>
                    <a:pt x="74748" y="31041"/>
                    <a:pt x="74706" y="30992"/>
                  </a:cubicBezTo>
                  <a:cubicBezTo>
                    <a:pt x="72650" y="28362"/>
                    <a:pt x="70195" y="26076"/>
                    <a:pt x="67433" y="2420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ïšļ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72529DB-3412-485B-971A-C01D8764AB04}"/>
                </a:ext>
              </a:extLst>
            </p:cNvPr>
            <p:cNvSpPr/>
            <p:nvPr/>
          </p:nvSpPr>
          <p:spPr>
            <a:xfrm>
              <a:off x="5690860" y="1435917"/>
              <a:ext cx="43919" cy="43919"/>
            </a:xfrm>
            <a:custGeom>
              <a:avLst/>
              <a:gdLst>
                <a:gd name="connsiteX0" fmla="*/ 34782 w 43919"/>
                <a:gd name="connsiteY0" fmla="*/ 39115 h 43919"/>
                <a:gd name="connsiteX1" fmla="*/ 3969 w 43919"/>
                <a:gd name="connsiteY1" fmla="*/ 35247 h 43919"/>
                <a:gd name="connsiteX2" fmla="*/ 7837 w 43919"/>
                <a:gd name="connsiteY2" fmla="*/ 4434 h 43919"/>
                <a:gd name="connsiteX3" fmla="*/ 38628 w 43919"/>
                <a:gd name="connsiteY3" fmla="*/ 8274 h 43919"/>
                <a:gd name="connsiteX4" fmla="*/ 34810 w 43919"/>
                <a:gd name="connsiteY4" fmla="*/ 39094 h 43919"/>
                <a:gd name="connsiteX5" fmla="*/ 34782 w 43919"/>
                <a:gd name="connsiteY5" fmla="*/ 39115 h 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919" h="43919">
                  <a:moveTo>
                    <a:pt x="34782" y="39115"/>
                  </a:moveTo>
                  <a:cubicBezTo>
                    <a:pt x="25208" y="46556"/>
                    <a:pt x="11410" y="44821"/>
                    <a:pt x="3969" y="35247"/>
                  </a:cubicBezTo>
                  <a:cubicBezTo>
                    <a:pt x="-3472" y="25666"/>
                    <a:pt x="-1737" y="11875"/>
                    <a:pt x="7837" y="4434"/>
                  </a:cubicBezTo>
                  <a:cubicBezTo>
                    <a:pt x="17404" y="-3000"/>
                    <a:pt x="31180" y="-1279"/>
                    <a:pt x="38628" y="8274"/>
                  </a:cubicBezTo>
                  <a:cubicBezTo>
                    <a:pt x="46084" y="17841"/>
                    <a:pt x="44377" y="31639"/>
                    <a:pt x="34810" y="39094"/>
                  </a:cubicBezTo>
                  <a:cubicBezTo>
                    <a:pt x="34803" y="39101"/>
                    <a:pt x="34789" y="39108"/>
                    <a:pt x="34782" y="39115"/>
                  </a:cubicBez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íśḻi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858911A-0029-4BC2-B407-0A426333907D}"/>
                </a:ext>
              </a:extLst>
            </p:cNvPr>
            <p:cNvSpPr/>
            <p:nvPr/>
          </p:nvSpPr>
          <p:spPr>
            <a:xfrm>
              <a:off x="5749091" y="1287663"/>
              <a:ext cx="93936" cy="93922"/>
            </a:xfrm>
            <a:custGeom>
              <a:avLst/>
              <a:gdLst>
                <a:gd name="connsiteX0" fmla="*/ 37884 w 93936"/>
                <a:gd name="connsiteY0" fmla="*/ 92118 h 93922"/>
                <a:gd name="connsiteX1" fmla="*/ 35716 w 93936"/>
                <a:gd name="connsiteY1" fmla="*/ 90090 h 93922"/>
                <a:gd name="connsiteX2" fmla="*/ 1378 w 93936"/>
                <a:gd name="connsiteY2" fmla="*/ 45962 h 93922"/>
                <a:gd name="connsiteX3" fmla="*/ 2952 w 93936"/>
                <a:gd name="connsiteY3" fmla="*/ 32702 h 93922"/>
                <a:gd name="connsiteX4" fmla="*/ 2987 w 93936"/>
                <a:gd name="connsiteY4" fmla="*/ 32674 h 93922"/>
                <a:gd name="connsiteX5" fmla="*/ 40192 w 93936"/>
                <a:gd name="connsiteY5" fmla="*/ 3651 h 93922"/>
                <a:gd name="connsiteX6" fmla="*/ 65858 w 93936"/>
                <a:gd name="connsiteY6" fmla="*/ 6868 h 93922"/>
                <a:gd name="connsiteX7" fmla="*/ 89425 w 93936"/>
                <a:gd name="connsiteY7" fmla="*/ 37150 h 93922"/>
                <a:gd name="connsiteX8" fmla="*/ 93132 w 93936"/>
                <a:gd name="connsiteY8" fmla="*/ 50647 h 93922"/>
                <a:gd name="connsiteX9" fmla="*/ 86138 w 93936"/>
                <a:gd name="connsiteY9" fmla="*/ 62816 h 93922"/>
                <a:gd name="connsiteX10" fmla="*/ 48934 w 93936"/>
                <a:gd name="connsiteY10" fmla="*/ 91769 h 93922"/>
                <a:gd name="connsiteX11" fmla="*/ 37884 w 93936"/>
                <a:gd name="connsiteY11" fmla="*/ 92118 h 93922"/>
                <a:gd name="connsiteX12" fmla="*/ 22149 w 93936"/>
                <a:gd name="connsiteY12" fmla="*/ 41765 h 93922"/>
                <a:gd name="connsiteX13" fmla="*/ 44877 w 93936"/>
                <a:gd name="connsiteY13" fmla="*/ 70928 h 93922"/>
                <a:gd name="connsiteX14" fmla="*/ 74040 w 93936"/>
                <a:gd name="connsiteY14" fmla="*/ 48269 h 93922"/>
                <a:gd name="connsiteX15" fmla="*/ 51381 w 93936"/>
                <a:gd name="connsiteY15" fmla="*/ 19037 h 9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936" h="93922">
                  <a:moveTo>
                    <a:pt x="37884" y="92118"/>
                  </a:moveTo>
                  <a:cubicBezTo>
                    <a:pt x="37066" y="91552"/>
                    <a:pt x="36331" y="90873"/>
                    <a:pt x="35716" y="90090"/>
                  </a:cubicBezTo>
                  <a:lnTo>
                    <a:pt x="1378" y="45962"/>
                  </a:lnTo>
                  <a:cubicBezTo>
                    <a:pt x="-1853" y="41863"/>
                    <a:pt x="-1146" y="35933"/>
                    <a:pt x="2952" y="32702"/>
                  </a:cubicBezTo>
                  <a:cubicBezTo>
                    <a:pt x="2958" y="32695"/>
                    <a:pt x="2973" y="32681"/>
                    <a:pt x="2987" y="32674"/>
                  </a:cubicBezTo>
                  <a:lnTo>
                    <a:pt x="40192" y="3651"/>
                  </a:lnTo>
                  <a:cubicBezTo>
                    <a:pt x="48171" y="-2531"/>
                    <a:pt x="59647" y="-1090"/>
                    <a:pt x="65858" y="6868"/>
                  </a:cubicBezTo>
                  <a:lnTo>
                    <a:pt x="89425" y="37150"/>
                  </a:lnTo>
                  <a:cubicBezTo>
                    <a:pt x="92432" y="40961"/>
                    <a:pt x="93768" y="45829"/>
                    <a:pt x="93132" y="50647"/>
                  </a:cubicBezTo>
                  <a:cubicBezTo>
                    <a:pt x="92502" y="55466"/>
                    <a:pt x="89985" y="59844"/>
                    <a:pt x="86138" y="62816"/>
                  </a:cubicBezTo>
                  <a:lnTo>
                    <a:pt x="48934" y="91769"/>
                  </a:lnTo>
                  <a:cubicBezTo>
                    <a:pt x="45710" y="94258"/>
                    <a:pt x="41255" y="94398"/>
                    <a:pt x="37884" y="92118"/>
                  </a:cubicBezTo>
                  <a:close/>
                  <a:moveTo>
                    <a:pt x="22149" y="41765"/>
                  </a:moveTo>
                  <a:lnTo>
                    <a:pt x="44877" y="70928"/>
                  </a:lnTo>
                  <a:lnTo>
                    <a:pt x="74040" y="48269"/>
                  </a:lnTo>
                  <a:lnTo>
                    <a:pt x="51381" y="19037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ïṥľí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5C888F-74C7-444C-9097-F8AB2A3B1D7B}"/>
                </a:ext>
              </a:extLst>
            </p:cNvPr>
            <p:cNvSpPr/>
            <p:nvPr/>
          </p:nvSpPr>
          <p:spPr>
            <a:xfrm>
              <a:off x="5445467" y="1516432"/>
              <a:ext cx="95250" cy="106746"/>
            </a:xfrm>
            <a:custGeom>
              <a:avLst/>
              <a:gdLst>
                <a:gd name="connsiteX0" fmla="*/ 52750 w 95250"/>
                <a:gd name="connsiteY0" fmla="*/ 102875 h 106746"/>
                <a:gd name="connsiteX1" fmla="*/ 47994 w 95250"/>
                <a:gd name="connsiteY1" fmla="*/ 98469 h 106746"/>
                <a:gd name="connsiteX2" fmla="*/ 3586 w 95250"/>
                <a:gd name="connsiteY2" fmla="*/ 41403 h 106746"/>
                <a:gd name="connsiteX3" fmla="*/ 7222 w 95250"/>
                <a:gd name="connsiteY3" fmla="*/ 12380 h 106746"/>
                <a:gd name="connsiteX4" fmla="*/ 20790 w 95250"/>
                <a:gd name="connsiteY4" fmla="*/ 1820 h 106746"/>
                <a:gd name="connsiteX5" fmla="*/ 34776 w 95250"/>
                <a:gd name="connsiteY5" fmla="*/ 3568 h 106746"/>
                <a:gd name="connsiteX6" fmla="*/ 92402 w 95250"/>
                <a:gd name="connsiteY6" fmla="*/ 77489 h 106746"/>
                <a:gd name="connsiteX7" fmla="*/ 90766 w 95250"/>
                <a:gd name="connsiteY7" fmla="*/ 91734 h 106746"/>
                <a:gd name="connsiteX8" fmla="*/ 90654 w 95250"/>
                <a:gd name="connsiteY8" fmla="*/ 91825 h 106746"/>
                <a:gd name="connsiteX9" fmla="*/ 77087 w 95250"/>
                <a:gd name="connsiteY9" fmla="*/ 102455 h 106746"/>
                <a:gd name="connsiteX10" fmla="*/ 52750 w 95250"/>
                <a:gd name="connsiteY10" fmla="*/ 102875 h 106746"/>
                <a:gd name="connsiteX11" fmla="*/ 25265 w 95250"/>
                <a:gd name="connsiteY11" fmla="*/ 24199 h 106746"/>
                <a:gd name="connsiteX12" fmla="*/ 19740 w 95250"/>
                <a:gd name="connsiteY12" fmla="*/ 28465 h 106746"/>
                <a:gd name="connsiteX13" fmla="*/ 64149 w 95250"/>
                <a:gd name="connsiteY13" fmla="*/ 85881 h 106746"/>
                <a:gd name="connsiteX14" fmla="*/ 64499 w 95250"/>
                <a:gd name="connsiteY14" fmla="*/ 85881 h 106746"/>
                <a:gd name="connsiteX15" fmla="*/ 70023 w 95250"/>
                <a:gd name="connsiteY15" fmla="*/ 81615 h 106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50" h="106746">
                  <a:moveTo>
                    <a:pt x="52750" y="102875"/>
                  </a:moveTo>
                  <a:cubicBezTo>
                    <a:pt x="50952" y="101651"/>
                    <a:pt x="49351" y="100168"/>
                    <a:pt x="47994" y="98469"/>
                  </a:cubicBezTo>
                  <a:lnTo>
                    <a:pt x="3586" y="41403"/>
                  </a:lnTo>
                  <a:cubicBezTo>
                    <a:pt x="-3254" y="32339"/>
                    <a:pt x="-1645" y="19478"/>
                    <a:pt x="7222" y="12380"/>
                  </a:cubicBezTo>
                  <a:lnTo>
                    <a:pt x="20790" y="1820"/>
                  </a:lnTo>
                  <a:cubicBezTo>
                    <a:pt x="25167" y="-1425"/>
                    <a:pt x="31328" y="-656"/>
                    <a:pt x="34776" y="3568"/>
                  </a:cubicBezTo>
                  <a:lnTo>
                    <a:pt x="92402" y="77489"/>
                  </a:lnTo>
                  <a:cubicBezTo>
                    <a:pt x="95885" y="81873"/>
                    <a:pt x="95151" y="88252"/>
                    <a:pt x="90766" y="91734"/>
                  </a:cubicBezTo>
                  <a:cubicBezTo>
                    <a:pt x="90731" y="91769"/>
                    <a:pt x="90696" y="91797"/>
                    <a:pt x="90654" y="91825"/>
                  </a:cubicBezTo>
                  <a:lnTo>
                    <a:pt x="77087" y="102455"/>
                  </a:lnTo>
                  <a:cubicBezTo>
                    <a:pt x="69890" y="107770"/>
                    <a:pt x="60120" y="107938"/>
                    <a:pt x="52750" y="102875"/>
                  </a:cubicBezTo>
                  <a:close/>
                  <a:moveTo>
                    <a:pt x="25265" y="24199"/>
                  </a:moveTo>
                  <a:lnTo>
                    <a:pt x="19740" y="28465"/>
                  </a:lnTo>
                  <a:lnTo>
                    <a:pt x="64149" y="85881"/>
                  </a:lnTo>
                  <a:lnTo>
                    <a:pt x="64499" y="85881"/>
                  </a:lnTo>
                  <a:lnTo>
                    <a:pt x="70023" y="81615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îśḷiḋ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415864-DD7B-4A35-BAC2-4FDDB944F7D8}"/>
                </a:ext>
              </a:extLst>
            </p:cNvPr>
            <p:cNvSpPr/>
            <p:nvPr/>
          </p:nvSpPr>
          <p:spPr>
            <a:xfrm>
              <a:off x="5271362" y="1455367"/>
              <a:ext cx="202728" cy="231666"/>
            </a:xfrm>
            <a:custGeom>
              <a:avLst/>
              <a:gdLst>
                <a:gd name="connsiteX0" fmla="*/ 170837 w 202728"/>
                <a:gd name="connsiteY0" fmla="*/ 228698 h 231666"/>
                <a:gd name="connsiteX1" fmla="*/ 167760 w 202728"/>
                <a:gd name="connsiteY1" fmla="*/ 225901 h 231666"/>
                <a:gd name="connsiteX2" fmla="*/ 2785 w 202728"/>
                <a:gd name="connsiteY2" fmla="*/ 30924 h 231666"/>
                <a:gd name="connsiteX3" fmla="*/ 4533 w 202728"/>
                <a:gd name="connsiteY3" fmla="*/ 9944 h 231666"/>
                <a:gd name="connsiteX4" fmla="*/ 12366 w 202728"/>
                <a:gd name="connsiteY4" fmla="*/ 3370 h 231666"/>
                <a:gd name="connsiteX5" fmla="*/ 23346 w 202728"/>
                <a:gd name="connsiteY5" fmla="*/ -127 h 231666"/>
                <a:gd name="connsiteX6" fmla="*/ 33556 w 202728"/>
                <a:gd name="connsiteY6" fmla="*/ 5118 h 231666"/>
                <a:gd name="connsiteX7" fmla="*/ 198461 w 202728"/>
                <a:gd name="connsiteY7" fmla="*/ 200165 h 231666"/>
                <a:gd name="connsiteX8" fmla="*/ 202028 w 202728"/>
                <a:gd name="connsiteY8" fmla="*/ 211075 h 231666"/>
                <a:gd name="connsiteX9" fmla="*/ 196712 w 202728"/>
                <a:gd name="connsiteY9" fmla="*/ 221285 h 231666"/>
                <a:gd name="connsiteX10" fmla="*/ 188950 w 202728"/>
                <a:gd name="connsiteY10" fmla="*/ 227929 h 231666"/>
                <a:gd name="connsiteX11" fmla="*/ 170837 w 202728"/>
                <a:gd name="connsiteY11" fmla="*/ 228908 h 231666"/>
                <a:gd name="connsiteX12" fmla="*/ 22366 w 202728"/>
                <a:gd name="connsiteY12" fmla="*/ 14350 h 231666"/>
                <a:gd name="connsiteX13" fmla="*/ 13975 w 202728"/>
                <a:gd name="connsiteY13" fmla="*/ 20923 h 231666"/>
                <a:gd name="connsiteX14" fmla="*/ 178879 w 202728"/>
                <a:gd name="connsiteY14" fmla="*/ 216739 h 231666"/>
                <a:gd name="connsiteX15" fmla="*/ 178879 w 202728"/>
                <a:gd name="connsiteY15" fmla="*/ 216739 h 231666"/>
                <a:gd name="connsiteX16" fmla="*/ 179509 w 202728"/>
                <a:gd name="connsiteY16" fmla="*/ 216739 h 231666"/>
                <a:gd name="connsiteX17" fmla="*/ 187272 w 202728"/>
                <a:gd name="connsiteY17" fmla="*/ 210166 h 23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728" h="231666">
                  <a:moveTo>
                    <a:pt x="170837" y="228698"/>
                  </a:moveTo>
                  <a:cubicBezTo>
                    <a:pt x="169683" y="227922"/>
                    <a:pt x="168648" y="226978"/>
                    <a:pt x="167760" y="225901"/>
                  </a:cubicBezTo>
                  <a:lnTo>
                    <a:pt x="2785" y="30924"/>
                  </a:lnTo>
                  <a:cubicBezTo>
                    <a:pt x="-2404" y="24609"/>
                    <a:pt x="-1628" y="15315"/>
                    <a:pt x="4533" y="9944"/>
                  </a:cubicBezTo>
                  <a:lnTo>
                    <a:pt x="12366" y="3370"/>
                  </a:lnTo>
                  <a:cubicBezTo>
                    <a:pt x="15408" y="775"/>
                    <a:pt x="19367" y="-483"/>
                    <a:pt x="23346" y="-127"/>
                  </a:cubicBezTo>
                  <a:cubicBezTo>
                    <a:pt x="27311" y="202"/>
                    <a:pt x="30982" y="2090"/>
                    <a:pt x="33556" y="5118"/>
                  </a:cubicBezTo>
                  <a:lnTo>
                    <a:pt x="198461" y="200165"/>
                  </a:lnTo>
                  <a:cubicBezTo>
                    <a:pt x="201077" y="203172"/>
                    <a:pt x="202356" y="207103"/>
                    <a:pt x="202028" y="211075"/>
                  </a:cubicBezTo>
                  <a:cubicBezTo>
                    <a:pt x="201685" y="215054"/>
                    <a:pt x="199776" y="218726"/>
                    <a:pt x="196712" y="221285"/>
                  </a:cubicBezTo>
                  <a:lnTo>
                    <a:pt x="188950" y="227929"/>
                  </a:lnTo>
                  <a:cubicBezTo>
                    <a:pt x="183810" y="232272"/>
                    <a:pt x="176411" y="232670"/>
                    <a:pt x="170837" y="228908"/>
                  </a:cubicBezTo>
                  <a:close/>
                  <a:moveTo>
                    <a:pt x="22366" y="14350"/>
                  </a:moveTo>
                  <a:lnTo>
                    <a:pt x="13975" y="20923"/>
                  </a:lnTo>
                  <a:lnTo>
                    <a:pt x="178879" y="216739"/>
                  </a:lnTo>
                  <a:lnTo>
                    <a:pt x="178879" y="216739"/>
                  </a:lnTo>
                  <a:cubicBezTo>
                    <a:pt x="178879" y="216739"/>
                    <a:pt x="179369" y="216739"/>
                    <a:pt x="179509" y="216739"/>
                  </a:cubicBezTo>
                  <a:lnTo>
                    <a:pt x="187272" y="210166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íṡ1ï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B0720AB-2981-47C1-AA92-A83EA4DF46AA}"/>
                </a:ext>
              </a:extLst>
            </p:cNvPr>
            <p:cNvSpPr/>
            <p:nvPr/>
          </p:nvSpPr>
          <p:spPr>
            <a:xfrm>
              <a:off x="5346744" y="1794458"/>
              <a:ext cx="220388" cy="236442"/>
            </a:xfrm>
            <a:custGeom>
              <a:avLst/>
              <a:gdLst>
                <a:gd name="connsiteX0" fmla="*/ 119793 w 220388"/>
                <a:gd name="connsiteY0" fmla="*/ 234523 h 236442"/>
                <a:gd name="connsiteX1" fmla="*/ 3771 w 220388"/>
                <a:gd name="connsiteY1" fmla="*/ 156127 h 236442"/>
                <a:gd name="connsiteX2" fmla="*/ 1044 w 220388"/>
                <a:gd name="connsiteY2" fmla="*/ 142140 h 236442"/>
                <a:gd name="connsiteX3" fmla="*/ 73147 w 220388"/>
                <a:gd name="connsiteY3" fmla="*/ 35141 h 236442"/>
                <a:gd name="connsiteX4" fmla="*/ 184412 w 220388"/>
                <a:gd name="connsiteY4" fmla="*/ 13531 h 236442"/>
                <a:gd name="connsiteX5" fmla="*/ 206022 w 220388"/>
                <a:gd name="connsiteY5" fmla="*/ 124796 h 236442"/>
                <a:gd name="connsiteX6" fmla="*/ 133919 w 220388"/>
                <a:gd name="connsiteY6" fmla="*/ 231796 h 236442"/>
                <a:gd name="connsiteX7" fmla="*/ 119793 w 220388"/>
                <a:gd name="connsiteY7" fmla="*/ 234523 h 236442"/>
                <a:gd name="connsiteX8" fmla="*/ 23703 w 220388"/>
                <a:gd name="connsiteY8" fmla="*/ 145078 h 236442"/>
                <a:gd name="connsiteX9" fmla="*/ 122730 w 220388"/>
                <a:gd name="connsiteY9" fmla="*/ 212075 h 236442"/>
                <a:gd name="connsiteX10" fmla="*/ 189167 w 220388"/>
                <a:gd name="connsiteY10" fmla="*/ 113607 h 236442"/>
                <a:gd name="connsiteX11" fmla="*/ 173152 w 220388"/>
                <a:gd name="connsiteY11" fmla="*/ 30525 h 236442"/>
                <a:gd name="connsiteX12" fmla="*/ 90071 w 220388"/>
                <a:gd name="connsiteY12" fmla="*/ 46540 h 23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388" h="236442">
                  <a:moveTo>
                    <a:pt x="119793" y="234523"/>
                  </a:moveTo>
                  <a:lnTo>
                    <a:pt x="3771" y="156127"/>
                  </a:lnTo>
                  <a:cubicBezTo>
                    <a:pt x="-809" y="152994"/>
                    <a:pt x="-2026" y="146763"/>
                    <a:pt x="1044" y="142140"/>
                  </a:cubicBezTo>
                  <a:lnTo>
                    <a:pt x="73147" y="35141"/>
                  </a:lnTo>
                  <a:cubicBezTo>
                    <a:pt x="97903" y="-1554"/>
                    <a:pt x="147717" y="-11226"/>
                    <a:pt x="184412" y="13531"/>
                  </a:cubicBezTo>
                  <a:cubicBezTo>
                    <a:pt x="221106" y="38288"/>
                    <a:pt x="230778" y="88102"/>
                    <a:pt x="206022" y="124796"/>
                  </a:cubicBezTo>
                  <a:lnTo>
                    <a:pt x="133919" y="231796"/>
                  </a:lnTo>
                  <a:cubicBezTo>
                    <a:pt x="130758" y="236433"/>
                    <a:pt x="124450" y="237650"/>
                    <a:pt x="119793" y="234523"/>
                  </a:cubicBezTo>
                  <a:close/>
                  <a:moveTo>
                    <a:pt x="23703" y="145078"/>
                  </a:moveTo>
                  <a:lnTo>
                    <a:pt x="122730" y="212075"/>
                  </a:lnTo>
                  <a:lnTo>
                    <a:pt x="189167" y="113607"/>
                  </a:lnTo>
                  <a:cubicBezTo>
                    <a:pt x="207686" y="86242"/>
                    <a:pt x="200518" y="49044"/>
                    <a:pt x="173152" y="30525"/>
                  </a:cubicBezTo>
                  <a:cubicBezTo>
                    <a:pt x="145787" y="12007"/>
                    <a:pt x="108589" y="19175"/>
                    <a:pt x="90071" y="4654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îS1ïḋ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8800C9-4EEB-4293-A227-8240F0D2F2E7}"/>
                </a:ext>
              </a:extLst>
            </p:cNvPr>
            <p:cNvSpPr/>
            <p:nvPr/>
          </p:nvSpPr>
          <p:spPr>
            <a:xfrm>
              <a:off x="5463432" y="1310686"/>
              <a:ext cx="344311" cy="299585"/>
            </a:xfrm>
            <a:custGeom>
              <a:avLst/>
              <a:gdLst>
                <a:gd name="connsiteX0" fmla="*/ 60660 w 344311"/>
                <a:gd name="connsiteY0" fmla="*/ 297641 h 299585"/>
                <a:gd name="connsiteX1" fmla="*/ 58353 w 344311"/>
                <a:gd name="connsiteY1" fmla="*/ 295473 h 299585"/>
                <a:gd name="connsiteX2" fmla="*/ 1356 w 344311"/>
                <a:gd name="connsiteY2" fmla="*/ 221902 h 299585"/>
                <a:gd name="connsiteX3" fmla="*/ 3104 w 344311"/>
                <a:gd name="connsiteY3" fmla="*/ 207915 h 299585"/>
                <a:gd name="connsiteX4" fmla="*/ 207033 w 344311"/>
                <a:gd name="connsiteY4" fmla="*/ 49164 h 299585"/>
                <a:gd name="connsiteX5" fmla="*/ 221369 w 344311"/>
                <a:gd name="connsiteY5" fmla="*/ 50983 h 299585"/>
                <a:gd name="connsiteX6" fmla="*/ 219551 w 344311"/>
                <a:gd name="connsiteY6" fmla="*/ 65319 h 299585"/>
                <a:gd name="connsiteX7" fmla="*/ 23735 w 344311"/>
                <a:gd name="connsiteY7" fmla="*/ 217706 h 299585"/>
                <a:gd name="connsiteX8" fmla="*/ 68493 w 344311"/>
                <a:gd name="connsiteY8" fmla="*/ 275192 h 299585"/>
                <a:gd name="connsiteX9" fmla="*/ 203116 w 344311"/>
                <a:gd name="connsiteY9" fmla="*/ 170291 h 299585"/>
                <a:gd name="connsiteX10" fmla="*/ 217523 w 344311"/>
                <a:gd name="connsiteY10" fmla="*/ 107350 h 299585"/>
                <a:gd name="connsiteX11" fmla="*/ 282282 w 344311"/>
                <a:gd name="connsiteY11" fmla="*/ 108888 h 299585"/>
                <a:gd name="connsiteX12" fmla="*/ 320536 w 344311"/>
                <a:gd name="connsiteY12" fmla="*/ 79096 h 299585"/>
                <a:gd name="connsiteX13" fmla="*/ 322089 w 344311"/>
                <a:gd name="connsiteY13" fmla="*/ 69326 h 299585"/>
                <a:gd name="connsiteX14" fmla="*/ 321795 w 344311"/>
                <a:gd name="connsiteY14" fmla="*/ 68956 h 299585"/>
                <a:gd name="connsiteX15" fmla="*/ 285989 w 344311"/>
                <a:gd name="connsiteY15" fmla="*/ 22869 h 299585"/>
                <a:gd name="connsiteX16" fmla="*/ 276219 w 344311"/>
                <a:gd name="connsiteY16" fmla="*/ 21324 h 299585"/>
                <a:gd name="connsiteX17" fmla="*/ 275848 w 344311"/>
                <a:gd name="connsiteY17" fmla="*/ 21610 h 299585"/>
                <a:gd name="connsiteX18" fmla="*/ 259414 w 344311"/>
                <a:gd name="connsiteY18" fmla="*/ 34408 h 299585"/>
                <a:gd name="connsiteX19" fmla="*/ 245077 w 344311"/>
                <a:gd name="connsiteY19" fmla="*/ 32660 h 299585"/>
                <a:gd name="connsiteX20" fmla="*/ 246825 w 344311"/>
                <a:gd name="connsiteY20" fmla="*/ 18323 h 299585"/>
                <a:gd name="connsiteX21" fmla="*/ 263260 w 344311"/>
                <a:gd name="connsiteY21" fmla="*/ 5525 h 299585"/>
                <a:gd name="connsiteX22" fmla="*/ 302073 w 344311"/>
                <a:gd name="connsiteY22" fmla="*/ 10351 h 299585"/>
                <a:gd name="connsiteX23" fmla="*/ 337950 w 344311"/>
                <a:gd name="connsiteY23" fmla="*/ 56438 h 299585"/>
                <a:gd name="connsiteX24" fmla="*/ 333124 w 344311"/>
                <a:gd name="connsiteY24" fmla="*/ 95251 h 299585"/>
                <a:gd name="connsiteX25" fmla="*/ 287597 w 344311"/>
                <a:gd name="connsiteY25" fmla="*/ 130638 h 299585"/>
                <a:gd name="connsiteX26" fmla="*/ 273610 w 344311"/>
                <a:gd name="connsiteY26" fmla="*/ 128889 h 299585"/>
                <a:gd name="connsiteX27" fmla="*/ 230461 w 344311"/>
                <a:gd name="connsiteY27" fmla="*/ 123505 h 299585"/>
                <a:gd name="connsiteX28" fmla="*/ 224929 w 344311"/>
                <a:gd name="connsiteY28" fmla="*/ 166472 h 299585"/>
                <a:gd name="connsiteX29" fmla="*/ 225076 w 344311"/>
                <a:gd name="connsiteY29" fmla="*/ 166654 h 299585"/>
                <a:gd name="connsiteX30" fmla="*/ 227174 w 344311"/>
                <a:gd name="connsiteY30" fmla="*/ 174207 h 299585"/>
                <a:gd name="connsiteX31" fmla="*/ 223257 w 344311"/>
                <a:gd name="connsiteY31" fmla="*/ 181200 h 299585"/>
                <a:gd name="connsiteX32" fmla="*/ 72689 w 344311"/>
                <a:gd name="connsiteY32" fmla="*/ 297221 h 299585"/>
                <a:gd name="connsiteX33" fmla="*/ 60660 w 344311"/>
                <a:gd name="connsiteY33" fmla="*/ 297641 h 29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44311" h="299585">
                  <a:moveTo>
                    <a:pt x="60660" y="297641"/>
                  </a:moveTo>
                  <a:cubicBezTo>
                    <a:pt x="59779" y="297053"/>
                    <a:pt x="58996" y="296319"/>
                    <a:pt x="58353" y="295473"/>
                  </a:cubicBezTo>
                  <a:lnTo>
                    <a:pt x="1356" y="221902"/>
                  </a:lnTo>
                  <a:cubicBezTo>
                    <a:pt x="-1889" y="217524"/>
                    <a:pt x="-1120" y="211363"/>
                    <a:pt x="3104" y="207915"/>
                  </a:cubicBezTo>
                  <a:lnTo>
                    <a:pt x="207033" y="49164"/>
                  </a:lnTo>
                  <a:cubicBezTo>
                    <a:pt x="211494" y="45710"/>
                    <a:pt x="217915" y="46521"/>
                    <a:pt x="221369" y="50983"/>
                  </a:cubicBezTo>
                  <a:cubicBezTo>
                    <a:pt x="224824" y="55444"/>
                    <a:pt x="224013" y="61864"/>
                    <a:pt x="219551" y="65319"/>
                  </a:cubicBezTo>
                  <a:lnTo>
                    <a:pt x="23735" y="217706"/>
                  </a:lnTo>
                  <a:lnTo>
                    <a:pt x="68493" y="275192"/>
                  </a:lnTo>
                  <a:lnTo>
                    <a:pt x="203116" y="170291"/>
                  </a:lnTo>
                  <a:cubicBezTo>
                    <a:pt x="192500" y="148534"/>
                    <a:pt x="198501" y="122323"/>
                    <a:pt x="217523" y="107350"/>
                  </a:cubicBezTo>
                  <a:cubicBezTo>
                    <a:pt x="236769" y="92510"/>
                    <a:pt x="263763" y="93153"/>
                    <a:pt x="282282" y="108888"/>
                  </a:cubicBezTo>
                  <a:lnTo>
                    <a:pt x="320536" y="79096"/>
                  </a:lnTo>
                  <a:cubicBezTo>
                    <a:pt x="323662" y="76823"/>
                    <a:pt x="324354" y="72453"/>
                    <a:pt x="322089" y="69326"/>
                  </a:cubicBezTo>
                  <a:cubicBezTo>
                    <a:pt x="321991" y="69201"/>
                    <a:pt x="321893" y="69075"/>
                    <a:pt x="321795" y="68956"/>
                  </a:cubicBezTo>
                  <a:lnTo>
                    <a:pt x="285989" y="22869"/>
                  </a:lnTo>
                  <a:cubicBezTo>
                    <a:pt x="283716" y="19743"/>
                    <a:pt x="279345" y="19051"/>
                    <a:pt x="276219" y="21324"/>
                  </a:cubicBezTo>
                  <a:cubicBezTo>
                    <a:pt x="276093" y="21414"/>
                    <a:pt x="275967" y="21512"/>
                    <a:pt x="275848" y="21610"/>
                  </a:cubicBezTo>
                  <a:lnTo>
                    <a:pt x="259414" y="34408"/>
                  </a:lnTo>
                  <a:cubicBezTo>
                    <a:pt x="254973" y="37884"/>
                    <a:pt x="248553" y="37101"/>
                    <a:pt x="245077" y="32660"/>
                  </a:cubicBezTo>
                  <a:cubicBezTo>
                    <a:pt x="241601" y="28219"/>
                    <a:pt x="242385" y="21799"/>
                    <a:pt x="246825" y="18323"/>
                  </a:cubicBezTo>
                  <a:lnTo>
                    <a:pt x="263260" y="5525"/>
                  </a:lnTo>
                  <a:cubicBezTo>
                    <a:pt x="275359" y="-3678"/>
                    <a:pt x="292598" y="-1538"/>
                    <a:pt x="302073" y="10351"/>
                  </a:cubicBezTo>
                  <a:lnTo>
                    <a:pt x="337950" y="56438"/>
                  </a:lnTo>
                  <a:cubicBezTo>
                    <a:pt x="347153" y="68536"/>
                    <a:pt x="345013" y="85775"/>
                    <a:pt x="333124" y="95251"/>
                  </a:cubicBezTo>
                  <a:lnTo>
                    <a:pt x="287597" y="130638"/>
                  </a:lnTo>
                  <a:cubicBezTo>
                    <a:pt x="283226" y="133918"/>
                    <a:pt x="277037" y="133149"/>
                    <a:pt x="273610" y="128889"/>
                  </a:cubicBezTo>
                  <a:cubicBezTo>
                    <a:pt x="263176" y="115497"/>
                    <a:pt x="243867" y="113091"/>
                    <a:pt x="230461" y="123505"/>
                  </a:cubicBezTo>
                  <a:cubicBezTo>
                    <a:pt x="217068" y="133841"/>
                    <a:pt x="214593" y="153080"/>
                    <a:pt x="224929" y="166472"/>
                  </a:cubicBezTo>
                  <a:cubicBezTo>
                    <a:pt x="224978" y="166528"/>
                    <a:pt x="225027" y="166591"/>
                    <a:pt x="225076" y="166654"/>
                  </a:cubicBezTo>
                  <a:cubicBezTo>
                    <a:pt x="226719" y="168808"/>
                    <a:pt x="227467" y="171514"/>
                    <a:pt x="227174" y="174207"/>
                  </a:cubicBezTo>
                  <a:cubicBezTo>
                    <a:pt x="226866" y="176969"/>
                    <a:pt x="225454" y="179494"/>
                    <a:pt x="223257" y="181200"/>
                  </a:cubicBezTo>
                  <a:lnTo>
                    <a:pt x="72689" y="297221"/>
                  </a:lnTo>
                  <a:cubicBezTo>
                    <a:pt x="69199" y="299963"/>
                    <a:pt x="64332" y="300131"/>
                    <a:pt x="60660" y="29764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iṥḻ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EADF161-43F5-41A7-8775-76A803A51D31}"/>
                </a:ext>
              </a:extLst>
            </p:cNvPr>
            <p:cNvSpPr/>
            <p:nvPr/>
          </p:nvSpPr>
          <p:spPr>
            <a:xfrm>
              <a:off x="5544182" y="1477246"/>
              <a:ext cx="267156" cy="428140"/>
            </a:xfrm>
            <a:custGeom>
              <a:avLst/>
              <a:gdLst>
                <a:gd name="connsiteX0" fmla="*/ 3548 w 267156"/>
                <a:gd name="connsiteY0" fmla="*/ 426273 h 428140"/>
                <a:gd name="connsiteX1" fmla="*/ 1170 w 267156"/>
                <a:gd name="connsiteY1" fmla="*/ 424035 h 428140"/>
                <a:gd name="connsiteX2" fmla="*/ -228 w 267156"/>
                <a:gd name="connsiteY2" fmla="*/ 415573 h 428140"/>
                <a:gd name="connsiteX3" fmla="*/ 1030 w 267156"/>
                <a:gd name="connsiteY3" fmla="*/ 383473 h 428140"/>
                <a:gd name="connsiteX4" fmla="*/ 2919 w 267156"/>
                <a:gd name="connsiteY4" fmla="*/ 375291 h 428140"/>
                <a:gd name="connsiteX5" fmla="*/ 10471 w 267156"/>
                <a:gd name="connsiteY5" fmla="*/ 371794 h 428140"/>
                <a:gd name="connsiteX6" fmla="*/ 223946 w 267156"/>
                <a:gd name="connsiteY6" fmla="*/ 170020 h 428140"/>
                <a:gd name="connsiteX7" fmla="*/ 171810 w 267156"/>
                <a:gd name="connsiteY7" fmla="*/ 26459 h 428140"/>
                <a:gd name="connsiteX8" fmla="*/ 172572 w 267156"/>
                <a:gd name="connsiteY8" fmla="*/ 13129 h 428140"/>
                <a:gd name="connsiteX9" fmla="*/ 176356 w 267156"/>
                <a:gd name="connsiteY9" fmla="*/ 11073 h 428140"/>
                <a:gd name="connsiteX10" fmla="*/ 187265 w 267156"/>
                <a:gd name="connsiteY10" fmla="*/ 5548 h 428140"/>
                <a:gd name="connsiteX11" fmla="*/ 190063 w 267156"/>
                <a:gd name="connsiteY11" fmla="*/ 2961 h 428140"/>
                <a:gd name="connsiteX12" fmla="*/ 197056 w 267156"/>
                <a:gd name="connsiteY12" fmla="*/ -186 h 428140"/>
                <a:gd name="connsiteX13" fmla="*/ 204050 w 267156"/>
                <a:gd name="connsiteY13" fmla="*/ 2821 h 428140"/>
                <a:gd name="connsiteX14" fmla="*/ 177342 w 267156"/>
                <a:gd name="connsiteY14" fmla="*/ 365500 h 428140"/>
                <a:gd name="connsiteX15" fmla="*/ 8234 w 267156"/>
                <a:gd name="connsiteY15" fmla="*/ 427952 h 428140"/>
                <a:gd name="connsiteX16" fmla="*/ 3548 w 267156"/>
                <a:gd name="connsiteY16" fmla="*/ 426273 h 428140"/>
                <a:gd name="connsiteX17" fmla="*/ 21311 w 267156"/>
                <a:gd name="connsiteY17" fmla="*/ 390816 h 428140"/>
                <a:gd name="connsiteX18" fmla="*/ 20752 w 267156"/>
                <a:gd name="connsiteY18" fmla="*/ 408720 h 428140"/>
                <a:gd name="connsiteX19" fmla="*/ 247710 w 267156"/>
                <a:gd name="connsiteY19" fmla="*/ 159788 h 428140"/>
                <a:gd name="connsiteX20" fmla="*/ 196217 w 267156"/>
                <a:gd name="connsiteY20" fmla="*/ 22542 h 428140"/>
                <a:gd name="connsiteX21" fmla="*/ 194259 w 267156"/>
                <a:gd name="connsiteY21" fmla="*/ 23801 h 428140"/>
                <a:gd name="connsiteX22" fmla="*/ 156536 w 267156"/>
                <a:gd name="connsiteY22" fmla="*/ 342212 h 428140"/>
                <a:gd name="connsiteX23" fmla="*/ 21311 w 267156"/>
                <a:gd name="connsiteY23" fmla="*/ 390816 h 428140"/>
                <a:gd name="connsiteX24" fmla="*/ 197336 w 267156"/>
                <a:gd name="connsiteY24" fmla="*/ 9045 h 428140"/>
                <a:gd name="connsiteX25" fmla="*/ 204329 w 267156"/>
                <a:gd name="connsiteY25" fmla="*/ 15619 h 42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7156" h="428140">
                  <a:moveTo>
                    <a:pt x="3548" y="426273"/>
                  </a:moveTo>
                  <a:cubicBezTo>
                    <a:pt x="2611" y="425700"/>
                    <a:pt x="1800" y="424937"/>
                    <a:pt x="1170" y="424035"/>
                  </a:cubicBezTo>
                  <a:cubicBezTo>
                    <a:pt x="-592" y="421588"/>
                    <a:pt x="-1110" y="418454"/>
                    <a:pt x="-228" y="415573"/>
                  </a:cubicBezTo>
                  <a:cubicBezTo>
                    <a:pt x="3086" y="405181"/>
                    <a:pt x="3520" y="394089"/>
                    <a:pt x="1030" y="383473"/>
                  </a:cubicBezTo>
                  <a:cubicBezTo>
                    <a:pt x="331" y="380599"/>
                    <a:pt x="1030" y="377571"/>
                    <a:pt x="2919" y="375291"/>
                  </a:cubicBezTo>
                  <a:cubicBezTo>
                    <a:pt x="4772" y="373032"/>
                    <a:pt x="7555" y="371745"/>
                    <a:pt x="10471" y="371794"/>
                  </a:cubicBezTo>
                  <a:cubicBezTo>
                    <a:pt x="125136" y="375025"/>
                    <a:pt x="220715" y="284691"/>
                    <a:pt x="223946" y="170020"/>
                  </a:cubicBezTo>
                  <a:cubicBezTo>
                    <a:pt x="225428" y="117283"/>
                    <a:pt x="206791" y="65958"/>
                    <a:pt x="171810" y="26459"/>
                  </a:cubicBezTo>
                  <a:cubicBezTo>
                    <a:pt x="168341" y="22563"/>
                    <a:pt x="168684" y="16598"/>
                    <a:pt x="172572" y="13129"/>
                  </a:cubicBezTo>
                  <a:cubicBezTo>
                    <a:pt x="173663" y="12164"/>
                    <a:pt x="174957" y="11458"/>
                    <a:pt x="176356" y="11073"/>
                  </a:cubicBezTo>
                  <a:cubicBezTo>
                    <a:pt x="180321" y="9975"/>
                    <a:pt x="184035" y="8101"/>
                    <a:pt x="187265" y="5548"/>
                  </a:cubicBezTo>
                  <a:cubicBezTo>
                    <a:pt x="188265" y="4758"/>
                    <a:pt x="189196" y="3891"/>
                    <a:pt x="190063" y="2961"/>
                  </a:cubicBezTo>
                  <a:cubicBezTo>
                    <a:pt x="191881" y="1017"/>
                    <a:pt x="194399" y="-116"/>
                    <a:pt x="197056" y="-186"/>
                  </a:cubicBezTo>
                  <a:cubicBezTo>
                    <a:pt x="199700" y="-165"/>
                    <a:pt x="202217" y="919"/>
                    <a:pt x="204050" y="2821"/>
                  </a:cubicBezTo>
                  <a:cubicBezTo>
                    <a:pt x="296825" y="110345"/>
                    <a:pt x="284866" y="272725"/>
                    <a:pt x="177342" y="365500"/>
                  </a:cubicBezTo>
                  <a:cubicBezTo>
                    <a:pt x="130353" y="406041"/>
                    <a:pt x="70293" y="428224"/>
                    <a:pt x="8234" y="427952"/>
                  </a:cubicBezTo>
                  <a:cubicBezTo>
                    <a:pt x="6555" y="427798"/>
                    <a:pt x="4940" y="427224"/>
                    <a:pt x="3548" y="426273"/>
                  </a:cubicBezTo>
                  <a:close/>
                  <a:moveTo>
                    <a:pt x="21311" y="390816"/>
                  </a:moveTo>
                  <a:cubicBezTo>
                    <a:pt x="21822" y="396789"/>
                    <a:pt x="21633" y="402796"/>
                    <a:pt x="20752" y="408720"/>
                  </a:cubicBezTo>
                  <a:cubicBezTo>
                    <a:pt x="152165" y="402649"/>
                    <a:pt x="253773" y="291202"/>
                    <a:pt x="247710" y="159788"/>
                  </a:cubicBezTo>
                  <a:cubicBezTo>
                    <a:pt x="245402" y="109764"/>
                    <a:pt x="227380" y="61741"/>
                    <a:pt x="196217" y="22542"/>
                  </a:cubicBezTo>
                  <a:lnTo>
                    <a:pt x="194259" y="23801"/>
                  </a:lnTo>
                  <a:cubicBezTo>
                    <a:pt x="271767" y="122143"/>
                    <a:pt x="254878" y="264704"/>
                    <a:pt x="156536" y="342212"/>
                  </a:cubicBezTo>
                  <a:cubicBezTo>
                    <a:pt x="117926" y="372647"/>
                    <a:pt x="70461" y="389704"/>
                    <a:pt x="21311" y="390816"/>
                  </a:cubicBezTo>
                  <a:close/>
                  <a:moveTo>
                    <a:pt x="197336" y="9045"/>
                  </a:moveTo>
                  <a:lnTo>
                    <a:pt x="204329" y="15619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îṡļï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1FF32CE-2583-406A-BEE5-97AC2C91859E}"/>
                </a:ext>
              </a:extLst>
            </p:cNvPr>
            <p:cNvSpPr/>
            <p:nvPr/>
          </p:nvSpPr>
          <p:spPr>
            <a:xfrm>
              <a:off x="5452115" y="1844880"/>
              <a:ext cx="65718" cy="65745"/>
            </a:xfrm>
            <a:custGeom>
              <a:avLst/>
              <a:gdLst>
                <a:gd name="connsiteX0" fmla="*/ 59459 w 65718"/>
                <a:gd name="connsiteY0" fmla="*/ 51086 h 65745"/>
                <a:gd name="connsiteX1" fmla="*/ 13820 w 65718"/>
                <a:gd name="connsiteY1" fmla="*/ 59919 h 65745"/>
                <a:gd name="connsiteX2" fmla="*/ 4987 w 65718"/>
                <a:gd name="connsiteY2" fmla="*/ 14287 h 65745"/>
                <a:gd name="connsiteX3" fmla="*/ 50577 w 65718"/>
                <a:gd name="connsiteY3" fmla="*/ 5419 h 65745"/>
                <a:gd name="connsiteX4" fmla="*/ 59459 w 65718"/>
                <a:gd name="connsiteY4" fmla="*/ 51086 h 6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18" h="65745">
                  <a:moveTo>
                    <a:pt x="59459" y="51086"/>
                  </a:moveTo>
                  <a:cubicBezTo>
                    <a:pt x="49298" y="66129"/>
                    <a:pt x="28863" y="70087"/>
                    <a:pt x="13820" y="59919"/>
                  </a:cubicBezTo>
                  <a:cubicBezTo>
                    <a:pt x="-1223" y="49757"/>
                    <a:pt x="-5174" y="29330"/>
                    <a:pt x="4987" y="14287"/>
                  </a:cubicBezTo>
                  <a:cubicBezTo>
                    <a:pt x="15135" y="-735"/>
                    <a:pt x="35534" y="-4707"/>
                    <a:pt x="50577" y="5419"/>
                  </a:cubicBezTo>
                  <a:cubicBezTo>
                    <a:pt x="65620" y="15594"/>
                    <a:pt x="69592" y="36015"/>
                    <a:pt x="59459" y="51086"/>
                  </a:cubicBez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ïSḷi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8AA2265-BE76-4FA2-8B8C-2761B975D09C}"/>
                </a:ext>
              </a:extLst>
            </p:cNvPr>
            <p:cNvSpPr/>
            <p:nvPr/>
          </p:nvSpPr>
          <p:spPr>
            <a:xfrm>
              <a:off x="5297747" y="1628518"/>
              <a:ext cx="152264" cy="234613"/>
            </a:xfrm>
            <a:custGeom>
              <a:avLst/>
              <a:gdLst>
                <a:gd name="connsiteX0" fmla="*/ 112423 w 152264"/>
                <a:gd name="connsiteY0" fmla="*/ 232691 h 234613"/>
                <a:gd name="connsiteX1" fmla="*/ -382 w 152264"/>
                <a:gd name="connsiteY1" fmla="*/ 8901 h 234613"/>
                <a:gd name="connsiteX2" fmla="*/ 9542 w 152264"/>
                <a:gd name="connsiteY2" fmla="*/ -176 h 234613"/>
                <a:gd name="connsiteX3" fmla="*/ 15564 w 152264"/>
                <a:gd name="connsiteY3" fmla="*/ 2327 h 234613"/>
                <a:gd name="connsiteX4" fmla="*/ 25564 w 152264"/>
                <a:gd name="connsiteY4" fmla="*/ 9321 h 234613"/>
                <a:gd name="connsiteX5" fmla="*/ 44237 w 152264"/>
                <a:gd name="connsiteY5" fmla="*/ 12468 h 234613"/>
                <a:gd name="connsiteX6" fmla="*/ 54552 w 152264"/>
                <a:gd name="connsiteY6" fmla="*/ 20951 h 234613"/>
                <a:gd name="connsiteX7" fmla="*/ 54587 w 152264"/>
                <a:gd name="connsiteY7" fmla="*/ 21489 h 234613"/>
                <a:gd name="connsiteX8" fmla="*/ 146061 w 152264"/>
                <a:gd name="connsiteY8" fmla="*/ 185205 h 234613"/>
                <a:gd name="connsiteX9" fmla="*/ 147320 w 152264"/>
                <a:gd name="connsiteY9" fmla="*/ 185975 h 234613"/>
                <a:gd name="connsiteX10" fmla="*/ 151586 w 152264"/>
                <a:gd name="connsiteY10" fmla="*/ 192968 h 234613"/>
                <a:gd name="connsiteX11" fmla="*/ 148439 w 152264"/>
                <a:gd name="connsiteY11" fmla="*/ 200731 h 234613"/>
                <a:gd name="connsiteX12" fmla="*/ 138648 w 152264"/>
                <a:gd name="connsiteY12" fmla="*/ 211920 h 234613"/>
                <a:gd name="connsiteX13" fmla="*/ 126269 w 152264"/>
                <a:gd name="connsiteY13" fmla="*/ 230243 h 234613"/>
                <a:gd name="connsiteX14" fmla="*/ 113332 w 152264"/>
                <a:gd name="connsiteY14" fmla="*/ 232971 h 234613"/>
                <a:gd name="connsiteX15" fmla="*/ 18431 w 152264"/>
                <a:gd name="connsiteY15" fmla="*/ 26315 h 234613"/>
                <a:gd name="connsiteX16" fmla="*/ 115779 w 152264"/>
                <a:gd name="connsiteY16" fmla="*/ 211850 h 234613"/>
                <a:gd name="connsiteX17" fmla="*/ 122773 w 152264"/>
                <a:gd name="connsiteY17" fmla="*/ 201500 h 234613"/>
                <a:gd name="connsiteX18" fmla="*/ 127389 w 152264"/>
                <a:gd name="connsiteY18" fmla="*/ 195346 h 234613"/>
                <a:gd name="connsiteX19" fmla="*/ 36474 w 152264"/>
                <a:gd name="connsiteY19" fmla="*/ 30791 h 234613"/>
                <a:gd name="connsiteX20" fmla="*/ 18431 w 152264"/>
                <a:gd name="connsiteY20" fmla="*/ 26315 h 23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2264" h="234613">
                  <a:moveTo>
                    <a:pt x="112423" y="232691"/>
                  </a:moveTo>
                  <a:cubicBezTo>
                    <a:pt x="38299" y="182926"/>
                    <a:pt x="-4466" y="98081"/>
                    <a:pt x="-382" y="8901"/>
                  </a:cubicBezTo>
                  <a:cubicBezTo>
                    <a:pt x="-151" y="3656"/>
                    <a:pt x="4297" y="-414"/>
                    <a:pt x="9542" y="-176"/>
                  </a:cubicBezTo>
                  <a:cubicBezTo>
                    <a:pt x="11780" y="-78"/>
                    <a:pt x="13913" y="810"/>
                    <a:pt x="15564" y="2327"/>
                  </a:cubicBezTo>
                  <a:cubicBezTo>
                    <a:pt x="18431" y="5265"/>
                    <a:pt x="21823" y="7635"/>
                    <a:pt x="25564" y="9321"/>
                  </a:cubicBezTo>
                  <a:cubicBezTo>
                    <a:pt x="31424" y="11929"/>
                    <a:pt x="37845" y="13013"/>
                    <a:pt x="44237" y="12468"/>
                  </a:cubicBezTo>
                  <a:cubicBezTo>
                    <a:pt x="49426" y="11964"/>
                    <a:pt x="54041" y="15755"/>
                    <a:pt x="54552" y="20951"/>
                  </a:cubicBezTo>
                  <a:cubicBezTo>
                    <a:pt x="54566" y="21126"/>
                    <a:pt x="54580" y="21308"/>
                    <a:pt x="54587" y="21489"/>
                  </a:cubicBezTo>
                  <a:cubicBezTo>
                    <a:pt x="57489" y="87451"/>
                    <a:pt x="91407" y="148154"/>
                    <a:pt x="146061" y="185205"/>
                  </a:cubicBezTo>
                  <a:lnTo>
                    <a:pt x="147320" y="185975"/>
                  </a:lnTo>
                  <a:cubicBezTo>
                    <a:pt x="149789" y="187478"/>
                    <a:pt x="151376" y="190087"/>
                    <a:pt x="151586" y="192968"/>
                  </a:cubicBezTo>
                  <a:cubicBezTo>
                    <a:pt x="151816" y="195905"/>
                    <a:pt x="150649" y="198780"/>
                    <a:pt x="148439" y="200731"/>
                  </a:cubicBezTo>
                  <a:cubicBezTo>
                    <a:pt x="144711" y="204032"/>
                    <a:pt x="141424" y="207787"/>
                    <a:pt x="138648" y="211920"/>
                  </a:cubicBezTo>
                  <a:lnTo>
                    <a:pt x="126269" y="230243"/>
                  </a:lnTo>
                  <a:cubicBezTo>
                    <a:pt x="123395" y="234488"/>
                    <a:pt x="117674" y="235698"/>
                    <a:pt x="113332" y="232971"/>
                  </a:cubicBezTo>
                  <a:close/>
                  <a:moveTo>
                    <a:pt x="18431" y="26315"/>
                  </a:moveTo>
                  <a:cubicBezTo>
                    <a:pt x="20158" y="99963"/>
                    <a:pt x="56161" y="168582"/>
                    <a:pt x="115779" y="211850"/>
                  </a:cubicBezTo>
                  <a:lnTo>
                    <a:pt x="122773" y="201500"/>
                  </a:lnTo>
                  <a:cubicBezTo>
                    <a:pt x="124186" y="199360"/>
                    <a:pt x="125731" y="197304"/>
                    <a:pt x="127389" y="195346"/>
                  </a:cubicBezTo>
                  <a:cubicBezTo>
                    <a:pt x="74847" y="156106"/>
                    <a:pt x="41726" y="96158"/>
                    <a:pt x="36474" y="30791"/>
                  </a:cubicBezTo>
                  <a:cubicBezTo>
                    <a:pt x="30250" y="30343"/>
                    <a:pt x="24145" y="28833"/>
                    <a:pt x="18431" y="2631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íṧḷí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EB23DDD-F282-4F02-B0D7-8A76BDFEC7C0}"/>
                </a:ext>
              </a:extLst>
            </p:cNvPr>
            <p:cNvSpPr/>
            <p:nvPr/>
          </p:nvSpPr>
          <p:spPr>
            <a:xfrm>
              <a:off x="5282633" y="1547388"/>
              <a:ext cx="111901" cy="112291"/>
            </a:xfrm>
            <a:custGeom>
              <a:avLst/>
              <a:gdLst>
                <a:gd name="connsiteX0" fmla="*/ 24523 w 111901"/>
                <a:gd name="connsiteY0" fmla="*/ 102480 h 112291"/>
                <a:gd name="connsiteX1" fmla="*/ 8585 w 111901"/>
                <a:gd name="connsiteY1" fmla="*/ 24979 h 112291"/>
                <a:gd name="connsiteX2" fmla="*/ 55853 w 111901"/>
                <a:gd name="connsiteY2" fmla="*/ -183 h 112291"/>
                <a:gd name="connsiteX3" fmla="*/ 62847 w 111901"/>
                <a:gd name="connsiteY3" fmla="*/ 3173 h 112291"/>
                <a:gd name="connsiteX4" fmla="*/ 88023 w 111901"/>
                <a:gd name="connsiteY4" fmla="*/ 32965 h 112291"/>
                <a:gd name="connsiteX5" fmla="*/ 88023 w 111901"/>
                <a:gd name="connsiteY5" fmla="*/ 32965 h 112291"/>
                <a:gd name="connsiteX6" fmla="*/ 109003 w 111901"/>
                <a:gd name="connsiteY6" fmla="*/ 57512 h 112291"/>
                <a:gd name="connsiteX7" fmla="*/ 111101 w 111901"/>
                <a:gd name="connsiteY7" fmla="*/ 65205 h 112291"/>
                <a:gd name="connsiteX8" fmla="*/ 102360 w 111901"/>
                <a:gd name="connsiteY8" fmla="*/ 87304 h 112291"/>
                <a:gd name="connsiteX9" fmla="*/ 24732 w 111901"/>
                <a:gd name="connsiteY9" fmla="*/ 102620 h 112291"/>
                <a:gd name="connsiteX10" fmla="*/ 24523 w 111901"/>
                <a:gd name="connsiteY10" fmla="*/ 102480 h 112291"/>
                <a:gd name="connsiteX11" fmla="*/ 51657 w 111901"/>
                <a:gd name="connsiteY11" fmla="*/ 18979 h 112291"/>
                <a:gd name="connsiteX12" fmla="*/ 18795 w 111901"/>
                <a:gd name="connsiteY12" fmla="*/ 60065 h 112291"/>
                <a:gd name="connsiteX13" fmla="*/ 59881 w 111901"/>
                <a:gd name="connsiteY13" fmla="*/ 92934 h 112291"/>
                <a:gd name="connsiteX14" fmla="*/ 86624 w 111901"/>
                <a:gd name="connsiteY14" fmla="*/ 76744 h 112291"/>
                <a:gd name="connsiteX15" fmla="*/ 91450 w 111901"/>
                <a:gd name="connsiteY15" fmla="*/ 66184 h 11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1901" h="112291">
                  <a:moveTo>
                    <a:pt x="24523" y="102480"/>
                  </a:moveTo>
                  <a:cubicBezTo>
                    <a:pt x="-1276" y="85479"/>
                    <a:pt x="-8416" y="50785"/>
                    <a:pt x="8585" y="24979"/>
                  </a:cubicBezTo>
                  <a:cubicBezTo>
                    <a:pt x="19040" y="9104"/>
                    <a:pt x="36845" y="-372"/>
                    <a:pt x="55853" y="-183"/>
                  </a:cubicBezTo>
                  <a:cubicBezTo>
                    <a:pt x="58560" y="-121"/>
                    <a:pt x="61105" y="1103"/>
                    <a:pt x="62847" y="3173"/>
                  </a:cubicBezTo>
                  <a:lnTo>
                    <a:pt x="88023" y="32965"/>
                  </a:lnTo>
                  <a:lnTo>
                    <a:pt x="88023" y="32965"/>
                  </a:lnTo>
                  <a:lnTo>
                    <a:pt x="109003" y="57512"/>
                  </a:lnTo>
                  <a:cubicBezTo>
                    <a:pt x="110829" y="59624"/>
                    <a:pt x="111605" y="62457"/>
                    <a:pt x="111101" y="65205"/>
                  </a:cubicBezTo>
                  <a:cubicBezTo>
                    <a:pt x="109849" y="73122"/>
                    <a:pt x="106863" y="80668"/>
                    <a:pt x="102360" y="87304"/>
                  </a:cubicBezTo>
                  <a:cubicBezTo>
                    <a:pt x="85156" y="112970"/>
                    <a:pt x="50398" y="119831"/>
                    <a:pt x="24732" y="102620"/>
                  </a:cubicBezTo>
                  <a:cubicBezTo>
                    <a:pt x="24662" y="102578"/>
                    <a:pt x="24592" y="102529"/>
                    <a:pt x="24523" y="102480"/>
                  </a:cubicBezTo>
                  <a:close/>
                  <a:moveTo>
                    <a:pt x="51657" y="18979"/>
                  </a:moveTo>
                  <a:cubicBezTo>
                    <a:pt x="31236" y="21251"/>
                    <a:pt x="16522" y="39644"/>
                    <a:pt x="18795" y="60065"/>
                  </a:cubicBezTo>
                  <a:cubicBezTo>
                    <a:pt x="21061" y="80493"/>
                    <a:pt x="39461" y="95207"/>
                    <a:pt x="59881" y="92934"/>
                  </a:cubicBezTo>
                  <a:cubicBezTo>
                    <a:pt x="70742" y="91724"/>
                    <a:pt x="80519" y="85808"/>
                    <a:pt x="86624" y="76744"/>
                  </a:cubicBezTo>
                  <a:cubicBezTo>
                    <a:pt x="88764" y="73492"/>
                    <a:pt x="90387" y="69933"/>
                    <a:pt x="91450" y="66184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íŝľïḑ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A66D44C-A226-4DA5-B0D8-9FE7096933CA}"/>
                </a:ext>
              </a:extLst>
            </p:cNvPr>
            <p:cNvSpPr/>
            <p:nvPr/>
          </p:nvSpPr>
          <p:spPr>
            <a:xfrm>
              <a:off x="5102811" y="1801965"/>
              <a:ext cx="452462" cy="331769"/>
            </a:xfrm>
            <a:custGeom>
              <a:avLst/>
              <a:gdLst>
                <a:gd name="connsiteX0" fmla="*/ 429044 w 452462"/>
                <a:gd name="connsiteY0" fmla="*/ 246528 h 331769"/>
                <a:gd name="connsiteX1" fmla="*/ 158329 w 452462"/>
                <a:gd name="connsiteY1" fmla="*/ 63930 h 331769"/>
                <a:gd name="connsiteX2" fmla="*/ 144342 w 452462"/>
                <a:gd name="connsiteY2" fmla="*/ 66657 h 331769"/>
                <a:gd name="connsiteX3" fmla="*/ 144342 w 452462"/>
                <a:gd name="connsiteY3" fmla="*/ 66657 h 331769"/>
                <a:gd name="connsiteX4" fmla="*/ 147139 w 452462"/>
                <a:gd name="connsiteY4" fmla="*/ 80644 h 331769"/>
                <a:gd name="connsiteX5" fmla="*/ 417925 w 452462"/>
                <a:gd name="connsiteY5" fmla="*/ 263382 h 331769"/>
                <a:gd name="connsiteX6" fmla="*/ 426484 w 452462"/>
                <a:gd name="connsiteY6" fmla="*/ 307861 h 331769"/>
                <a:gd name="connsiteX7" fmla="*/ 426247 w 452462"/>
                <a:gd name="connsiteY7" fmla="*/ 308210 h 331769"/>
                <a:gd name="connsiteX8" fmla="*/ 415547 w 452462"/>
                <a:gd name="connsiteY8" fmla="*/ 309889 h 331769"/>
                <a:gd name="connsiteX9" fmla="*/ 23915 w 452462"/>
                <a:gd name="connsiteY9" fmla="*/ 45607 h 331769"/>
                <a:gd name="connsiteX10" fmla="*/ 21467 w 452462"/>
                <a:gd name="connsiteY10" fmla="*/ 34977 h 331769"/>
                <a:gd name="connsiteX11" fmla="*/ 65812 w 452462"/>
                <a:gd name="connsiteY11" fmla="*/ 25725 h 331769"/>
                <a:gd name="connsiteX12" fmla="*/ 66155 w 452462"/>
                <a:gd name="connsiteY12" fmla="*/ 25956 h 331769"/>
                <a:gd name="connsiteX13" fmla="*/ 90842 w 452462"/>
                <a:gd name="connsiteY13" fmla="*/ 42600 h 331769"/>
                <a:gd name="connsiteX14" fmla="*/ 104829 w 452462"/>
                <a:gd name="connsiteY14" fmla="*/ 39803 h 331769"/>
                <a:gd name="connsiteX15" fmla="*/ 104829 w 452462"/>
                <a:gd name="connsiteY15" fmla="*/ 39803 h 331769"/>
                <a:gd name="connsiteX16" fmla="*/ 102108 w 452462"/>
                <a:gd name="connsiteY16" fmla="*/ 25823 h 331769"/>
                <a:gd name="connsiteX17" fmla="*/ 102102 w 452462"/>
                <a:gd name="connsiteY17" fmla="*/ 25816 h 331769"/>
                <a:gd name="connsiteX18" fmla="*/ 76995 w 452462"/>
                <a:gd name="connsiteY18" fmla="*/ 8752 h 331769"/>
                <a:gd name="connsiteX19" fmla="*/ 4109 w 452462"/>
                <a:gd name="connsiteY19" fmla="*/ 23039 h 331769"/>
                <a:gd name="connsiteX20" fmla="*/ 3844 w 452462"/>
                <a:gd name="connsiteY20" fmla="*/ 23438 h 331769"/>
                <a:gd name="connsiteX21" fmla="*/ 11886 w 452462"/>
                <a:gd name="connsiteY21" fmla="*/ 62251 h 331769"/>
                <a:gd name="connsiteX22" fmla="*/ 403518 w 452462"/>
                <a:gd name="connsiteY22" fmla="*/ 326533 h 331769"/>
                <a:gd name="connsiteX23" fmla="*/ 442472 w 452462"/>
                <a:gd name="connsiteY23" fmla="*/ 319638 h 331769"/>
                <a:gd name="connsiteX24" fmla="*/ 442542 w 452462"/>
                <a:gd name="connsiteY24" fmla="*/ 319540 h 331769"/>
                <a:gd name="connsiteX25" fmla="*/ 429128 w 452462"/>
                <a:gd name="connsiteY25" fmla="*/ 246584 h 331769"/>
                <a:gd name="connsiteX26" fmla="*/ 429044 w 452462"/>
                <a:gd name="connsiteY26" fmla="*/ 246528 h 331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2462" h="331769">
                  <a:moveTo>
                    <a:pt x="429044" y="246528"/>
                  </a:moveTo>
                  <a:lnTo>
                    <a:pt x="158329" y="63930"/>
                  </a:lnTo>
                  <a:cubicBezTo>
                    <a:pt x="153692" y="60937"/>
                    <a:pt x="147517" y="62140"/>
                    <a:pt x="144342" y="66657"/>
                  </a:cubicBezTo>
                  <a:lnTo>
                    <a:pt x="144342" y="66657"/>
                  </a:lnTo>
                  <a:cubicBezTo>
                    <a:pt x="141320" y="71308"/>
                    <a:pt x="142565" y="77511"/>
                    <a:pt x="147139" y="80644"/>
                  </a:cubicBezTo>
                  <a:lnTo>
                    <a:pt x="417925" y="263382"/>
                  </a:lnTo>
                  <a:cubicBezTo>
                    <a:pt x="432569" y="273299"/>
                    <a:pt x="436401" y="293216"/>
                    <a:pt x="426484" y="307861"/>
                  </a:cubicBezTo>
                  <a:cubicBezTo>
                    <a:pt x="426408" y="307979"/>
                    <a:pt x="426324" y="308098"/>
                    <a:pt x="426247" y="308210"/>
                  </a:cubicBezTo>
                  <a:cubicBezTo>
                    <a:pt x="423722" y="311574"/>
                    <a:pt x="418981" y="312322"/>
                    <a:pt x="415547" y="309889"/>
                  </a:cubicBezTo>
                  <a:lnTo>
                    <a:pt x="23915" y="45607"/>
                  </a:lnTo>
                  <a:cubicBezTo>
                    <a:pt x="20362" y="43306"/>
                    <a:pt x="19278" y="38600"/>
                    <a:pt x="21467" y="34977"/>
                  </a:cubicBezTo>
                  <a:cubicBezTo>
                    <a:pt x="31160" y="20179"/>
                    <a:pt x="51007" y="16039"/>
                    <a:pt x="65812" y="25725"/>
                  </a:cubicBezTo>
                  <a:cubicBezTo>
                    <a:pt x="65924" y="25802"/>
                    <a:pt x="66043" y="25879"/>
                    <a:pt x="66155" y="25956"/>
                  </a:cubicBezTo>
                  <a:lnTo>
                    <a:pt x="90842" y="42600"/>
                  </a:lnTo>
                  <a:cubicBezTo>
                    <a:pt x="95485" y="45656"/>
                    <a:pt x="101724" y="44411"/>
                    <a:pt x="104829" y="39803"/>
                  </a:cubicBezTo>
                  <a:lnTo>
                    <a:pt x="104829" y="39803"/>
                  </a:lnTo>
                  <a:cubicBezTo>
                    <a:pt x="107941" y="35194"/>
                    <a:pt x="106724" y="28935"/>
                    <a:pt x="102108" y="25823"/>
                  </a:cubicBezTo>
                  <a:cubicBezTo>
                    <a:pt x="102108" y="25823"/>
                    <a:pt x="102102" y="25816"/>
                    <a:pt x="102102" y="25816"/>
                  </a:cubicBezTo>
                  <a:lnTo>
                    <a:pt x="76995" y="8752"/>
                  </a:lnTo>
                  <a:cubicBezTo>
                    <a:pt x="52923" y="-7431"/>
                    <a:pt x="20285" y="-1032"/>
                    <a:pt x="4109" y="23039"/>
                  </a:cubicBezTo>
                  <a:cubicBezTo>
                    <a:pt x="4019" y="23172"/>
                    <a:pt x="3928" y="23305"/>
                    <a:pt x="3844" y="23438"/>
                  </a:cubicBezTo>
                  <a:cubicBezTo>
                    <a:pt x="-4486" y="36411"/>
                    <a:pt x="-912" y="53656"/>
                    <a:pt x="11886" y="62251"/>
                  </a:cubicBezTo>
                  <a:lnTo>
                    <a:pt x="403518" y="326533"/>
                  </a:lnTo>
                  <a:cubicBezTo>
                    <a:pt x="416176" y="335387"/>
                    <a:pt x="433618" y="332296"/>
                    <a:pt x="442472" y="319638"/>
                  </a:cubicBezTo>
                  <a:cubicBezTo>
                    <a:pt x="442492" y="319603"/>
                    <a:pt x="442521" y="319575"/>
                    <a:pt x="442542" y="319540"/>
                  </a:cubicBezTo>
                  <a:cubicBezTo>
                    <a:pt x="458983" y="295692"/>
                    <a:pt x="452976" y="263026"/>
                    <a:pt x="429128" y="246584"/>
                  </a:cubicBezTo>
                  <a:cubicBezTo>
                    <a:pt x="429100" y="246570"/>
                    <a:pt x="429072" y="246549"/>
                    <a:pt x="429044" y="24652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îSlï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CF60E3F-0373-48B9-A50C-04BAD2C65905}"/>
                </a:ext>
              </a:extLst>
            </p:cNvPr>
            <p:cNvSpPr/>
            <p:nvPr/>
          </p:nvSpPr>
          <p:spPr>
            <a:xfrm>
              <a:off x="6688658" y="1540747"/>
              <a:ext cx="55947" cy="55947"/>
            </a:xfrm>
            <a:custGeom>
              <a:avLst/>
              <a:gdLst>
                <a:gd name="connsiteX0" fmla="*/ 55298 w 55947"/>
                <a:gd name="connsiteY0" fmla="*/ 27788 h 55947"/>
                <a:gd name="connsiteX1" fmla="*/ 27324 w 55947"/>
                <a:gd name="connsiteY1" fmla="*/ 55761 h 55947"/>
                <a:gd name="connsiteX2" fmla="*/ -650 w 55947"/>
                <a:gd name="connsiteY2" fmla="*/ 27788 h 55947"/>
                <a:gd name="connsiteX3" fmla="*/ 27324 w 55947"/>
                <a:gd name="connsiteY3" fmla="*/ -186 h 55947"/>
                <a:gd name="connsiteX4" fmla="*/ 55298 w 55947"/>
                <a:gd name="connsiteY4" fmla="*/ 27788 h 5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47" h="55947">
                  <a:moveTo>
                    <a:pt x="55298" y="27788"/>
                  </a:moveTo>
                  <a:cubicBezTo>
                    <a:pt x="55298" y="43236"/>
                    <a:pt x="42779" y="55761"/>
                    <a:pt x="27324" y="55761"/>
                  </a:cubicBezTo>
                  <a:cubicBezTo>
                    <a:pt x="11868" y="55761"/>
                    <a:pt x="-650" y="43236"/>
                    <a:pt x="-650" y="27788"/>
                  </a:cubicBezTo>
                  <a:cubicBezTo>
                    <a:pt x="-650" y="12339"/>
                    <a:pt x="11868" y="-186"/>
                    <a:pt x="27324" y="-186"/>
                  </a:cubicBezTo>
                  <a:cubicBezTo>
                    <a:pt x="42779" y="-186"/>
                    <a:pt x="55298" y="12339"/>
                    <a:pt x="55298" y="27788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iṣľí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272A236-9FC6-459F-A600-E5600935DC2D}"/>
                </a:ext>
              </a:extLst>
            </p:cNvPr>
            <p:cNvSpPr/>
            <p:nvPr/>
          </p:nvSpPr>
          <p:spPr>
            <a:xfrm>
              <a:off x="6785097" y="1602079"/>
              <a:ext cx="47275" cy="47275"/>
            </a:xfrm>
            <a:custGeom>
              <a:avLst/>
              <a:gdLst>
                <a:gd name="connsiteX0" fmla="*/ 47276 w 47275"/>
                <a:gd name="connsiteY0" fmla="*/ 23638 h 47275"/>
                <a:gd name="connsiteX1" fmla="*/ 23638 w 47275"/>
                <a:gd name="connsiteY1" fmla="*/ 47276 h 47275"/>
                <a:gd name="connsiteX2" fmla="*/ 0 w 47275"/>
                <a:gd name="connsiteY2" fmla="*/ 23638 h 47275"/>
                <a:gd name="connsiteX3" fmla="*/ 23638 w 47275"/>
                <a:gd name="connsiteY3" fmla="*/ 0 h 47275"/>
                <a:gd name="connsiteX4" fmla="*/ 47276 w 47275"/>
                <a:gd name="connsiteY4" fmla="*/ 23638 h 4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75" h="47275">
                  <a:moveTo>
                    <a:pt x="47276" y="23638"/>
                  </a:moveTo>
                  <a:cubicBezTo>
                    <a:pt x="47276" y="36693"/>
                    <a:pt x="36693" y="47276"/>
                    <a:pt x="23638" y="47276"/>
                  </a:cubicBezTo>
                  <a:cubicBezTo>
                    <a:pt x="10583" y="47276"/>
                    <a:pt x="0" y="36693"/>
                    <a:pt x="0" y="23638"/>
                  </a:cubicBezTo>
                  <a:cubicBezTo>
                    <a:pt x="0" y="10583"/>
                    <a:pt x="10583" y="0"/>
                    <a:pt x="23638" y="0"/>
                  </a:cubicBezTo>
                  <a:cubicBezTo>
                    <a:pt x="36693" y="0"/>
                    <a:pt x="47276" y="10583"/>
                    <a:pt x="47276" y="2363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îṩḻî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122FAEF-BF9C-45B9-BEAC-06EAE64BB5B6}"/>
                </a:ext>
              </a:extLst>
            </p:cNvPr>
            <p:cNvSpPr/>
            <p:nvPr/>
          </p:nvSpPr>
          <p:spPr>
            <a:xfrm>
              <a:off x="6808945" y="1806777"/>
              <a:ext cx="32309" cy="32309"/>
            </a:xfrm>
            <a:custGeom>
              <a:avLst/>
              <a:gdLst>
                <a:gd name="connsiteX0" fmla="*/ 32310 w 32309"/>
                <a:gd name="connsiteY0" fmla="*/ 16155 h 32309"/>
                <a:gd name="connsiteX1" fmla="*/ 16155 w 32309"/>
                <a:gd name="connsiteY1" fmla="*/ 32310 h 32309"/>
                <a:gd name="connsiteX2" fmla="*/ 0 w 32309"/>
                <a:gd name="connsiteY2" fmla="*/ 16155 h 32309"/>
                <a:gd name="connsiteX3" fmla="*/ 16155 w 32309"/>
                <a:gd name="connsiteY3" fmla="*/ 0 h 32309"/>
                <a:gd name="connsiteX4" fmla="*/ 32310 w 32309"/>
                <a:gd name="connsiteY4" fmla="*/ 16155 h 32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09" h="32309">
                  <a:moveTo>
                    <a:pt x="32310" y="16155"/>
                  </a:moveTo>
                  <a:cubicBezTo>
                    <a:pt x="32310" y="25077"/>
                    <a:pt x="25077" y="32310"/>
                    <a:pt x="16155" y="32310"/>
                  </a:cubicBezTo>
                  <a:cubicBezTo>
                    <a:pt x="7233" y="32310"/>
                    <a:pt x="0" y="25077"/>
                    <a:pt x="0" y="16155"/>
                  </a:cubicBezTo>
                  <a:cubicBezTo>
                    <a:pt x="0" y="7233"/>
                    <a:pt x="7233" y="0"/>
                    <a:pt x="16155" y="0"/>
                  </a:cubicBezTo>
                  <a:cubicBezTo>
                    <a:pt x="25077" y="0"/>
                    <a:pt x="32310" y="7233"/>
                    <a:pt x="32310" y="1615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íṩ1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3E488F0-ED79-422A-8039-CFAC0A6AEE44}"/>
                </a:ext>
              </a:extLst>
            </p:cNvPr>
            <p:cNvSpPr/>
            <p:nvPr/>
          </p:nvSpPr>
          <p:spPr>
            <a:xfrm>
              <a:off x="6864123" y="1496548"/>
              <a:ext cx="55947" cy="55947"/>
            </a:xfrm>
            <a:custGeom>
              <a:avLst/>
              <a:gdLst>
                <a:gd name="connsiteX0" fmla="*/ 55298 w 55947"/>
                <a:gd name="connsiteY0" fmla="*/ 27788 h 55947"/>
                <a:gd name="connsiteX1" fmla="*/ 27324 w 55947"/>
                <a:gd name="connsiteY1" fmla="*/ 55761 h 55947"/>
                <a:gd name="connsiteX2" fmla="*/ -650 w 55947"/>
                <a:gd name="connsiteY2" fmla="*/ 27788 h 55947"/>
                <a:gd name="connsiteX3" fmla="*/ 27324 w 55947"/>
                <a:gd name="connsiteY3" fmla="*/ -186 h 55947"/>
                <a:gd name="connsiteX4" fmla="*/ 55298 w 55947"/>
                <a:gd name="connsiteY4" fmla="*/ 27788 h 5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47" h="55947">
                  <a:moveTo>
                    <a:pt x="55298" y="27788"/>
                  </a:moveTo>
                  <a:cubicBezTo>
                    <a:pt x="55298" y="43236"/>
                    <a:pt x="42779" y="55761"/>
                    <a:pt x="27324" y="55761"/>
                  </a:cubicBezTo>
                  <a:cubicBezTo>
                    <a:pt x="11869" y="55761"/>
                    <a:pt x="-650" y="43236"/>
                    <a:pt x="-650" y="27788"/>
                  </a:cubicBezTo>
                  <a:cubicBezTo>
                    <a:pt x="-650" y="12339"/>
                    <a:pt x="11869" y="-186"/>
                    <a:pt x="27324" y="-186"/>
                  </a:cubicBezTo>
                  <a:cubicBezTo>
                    <a:pt x="42779" y="-186"/>
                    <a:pt x="55298" y="12339"/>
                    <a:pt x="55298" y="27788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ïŝľí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8D9A4D1-43BF-4248-B254-330C4B1B3BBD}"/>
                </a:ext>
              </a:extLst>
            </p:cNvPr>
            <p:cNvSpPr/>
            <p:nvPr/>
          </p:nvSpPr>
          <p:spPr>
            <a:xfrm>
              <a:off x="6805518" y="1482212"/>
              <a:ext cx="27973" cy="27973"/>
            </a:xfrm>
            <a:custGeom>
              <a:avLst/>
              <a:gdLst>
                <a:gd name="connsiteX0" fmla="*/ 27324 w 27973"/>
                <a:gd name="connsiteY0" fmla="*/ 13801 h 27973"/>
                <a:gd name="connsiteX1" fmla="*/ 13337 w 27973"/>
                <a:gd name="connsiteY1" fmla="*/ 27788 h 27973"/>
                <a:gd name="connsiteX2" fmla="*/ -650 w 27973"/>
                <a:gd name="connsiteY2" fmla="*/ 13801 h 27973"/>
                <a:gd name="connsiteX3" fmla="*/ 13337 w 27973"/>
                <a:gd name="connsiteY3" fmla="*/ -186 h 27973"/>
                <a:gd name="connsiteX4" fmla="*/ 27324 w 27973"/>
                <a:gd name="connsiteY4" fmla="*/ 13801 h 2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73" h="27973">
                  <a:moveTo>
                    <a:pt x="27324" y="13801"/>
                  </a:moveTo>
                  <a:cubicBezTo>
                    <a:pt x="27324" y="21528"/>
                    <a:pt x="21030" y="27788"/>
                    <a:pt x="13337" y="27788"/>
                  </a:cubicBezTo>
                  <a:cubicBezTo>
                    <a:pt x="5644" y="27788"/>
                    <a:pt x="-650" y="21528"/>
                    <a:pt x="-650" y="13801"/>
                  </a:cubicBezTo>
                  <a:cubicBezTo>
                    <a:pt x="-650" y="6073"/>
                    <a:pt x="5644" y="-186"/>
                    <a:pt x="13337" y="-186"/>
                  </a:cubicBezTo>
                  <a:cubicBezTo>
                    <a:pt x="21030" y="-186"/>
                    <a:pt x="27324" y="6073"/>
                    <a:pt x="27324" y="1380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iṣḻï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A4CDE57-D454-4D2D-A3C9-AA3548E90869}"/>
                </a:ext>
              </a:extLst>
            </p:cNvPr>
            <p:cNvSpPr/>
            <p:nvPr/>
          </p:nvSpPr>
          <p:spPr>
            <a:xfrm rot="17000400">
              <a:off x="6911484" y="1607168"/>
              <a:ext cx="88816" cy="88816"/>
            </a:xfrm>
            <a:custGeom>
              <a:avLst/>
              <a:gdLst>
                <a:gd name="connsiteX0" fmla="*/ 88167 w 88816"/>
                <a:gd name="connsiteY0" fmla="*/ 44222 h 88816"/>
                <a:gd name="connsiteX1" fmla="*/ 43759 w 88816"/>
                <a:gd name="connsiteY1" fmla="*/ 88630 h 88816"/>
                <a:gd name="connsiteX2" fmla="*/ -649 w 88816"/>
                <a:gd name="connsiteY2" fmla="*/ 44222 h 88816"/>
                <a:gd name="connsiteX3" fmla="*/ 43759 w 88816"/>
                <a:gd name="connsiteY3" fmla="*/ -186 h 88816"/>
                <a:gd name="connsiteX4" fmla="*/ 88167 w 88816"/>
                <a:gd name="connsiteY4" fmla="*/ 44222 h 8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16" h="88816">
                  <a:moveTo>
                    <a:pt x="88167" y="44222"/>
                  </a:moveTo>
                  <a:cubicBezTo>
                    <a:pt x="88167" y="68748"/>
                    <a:pt x="68284" y="88630"/>
                    <a:pt x="43759" y="88630"/>
                  </a:cubicBezTo>
                  <a:cubicBezTo>
                    <a:pt x="19233" y="88630"/>
                    <a:pt x="-649" y="68748"/>
                    <a:pt x="-649" y="44222"/>
                  </a:cubicBezTo>
                  <a:cubicBezTo>
                    <a:pt x="-649" y="19696"/>
                    <a:pt x="19233" y="-186"/>
                    <a:pt x="43759" y="-186"/>
                  </a:cubicBezTo>
                  <a:cubicBezTo>
                    <a:pt x="68284" y="-186"/>
                    <a:pt x="88167" y="19696"/>
                    <a:pt x="88167" y="44222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ïşḻid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D35D634-5344-491C-AD9F-38B419964A29}"/>
                </a:ext>
              </a:extLst>
            </p:cNvPr>
            <p:cNvSpPr/>
            <p:nvPr/>
          </p:nvSpPr>
          <p:spPr>
            <a:xfrm>
              <a:off x="6783209" y="1696211"/>
              <a:ext cx="44338" cy="44338"/>
            </a:xfrm>
            <a:custGeom>
              <a:avLst/>
              <a:gdLst>
                <a:gd name="connsiteX0" fmla="*/ 44338 w 44338"/>
                <a:gd name="connsiteY0" fmla="*/ 22169 h 44338"/>
                <a:gd name="connsiteX1" fmla="*/ 22169 w 44338"/>
                <a:gd name="connsiteY1" fmla="*/ 44338 h 44338"/>
                <a:gd name="connsiteX2" fmla="*/ 0 w 44338"/>
                <a:gd name="connsiteY2" fmla="*/ 22169 h 44338"/>
                <a:gd name="connsiteX3" fmla="*/ 22169 w 44338"/>
                <a:gd name="connsiteY3" fmla="*/ 0 h 44338"/>
                <a:gd name="connsiteX4" fmla="*/ 44338 w 44338"/>
                <a:gd name="connsiteY4" fmla="*/ 22169 h 4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38" h="44338">
                  <a:moveTo>
                    <a:pt x="44338" y="22169"/>
                  </a:moveTo>
                  <a:cubicBezTo>
                    <a:pt x="44338" y="34413"/>
                    <a:pt x="34413" y="44338"/>
                    <a:pt x="22169" y="44338"/>
                  </a:cubicBezTo>
                  <a:cubicBezTo>
                    <a:pt x="9925" y="44338"/>
                    <a:pt x="0" y="34413"/>
                    <a:pt x="0" y="22169"/>
                  </a:cubicBezTo>
                  <a:cubicBezTo>
                    <a:pt x="0" y="9925"/>
                    <a:pt x="9925" y="0"/>
                    <a:pt x="22169" y="0"/>
                  </a:cubicBezTo>
                  <a:cubicBezTo>
                    <a:pt x="34413" y="0"/>
                    <a:pt x="44338" y="9926"/>
                    <a:pt x="44338" y="22169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î$lï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505D583-F2FF-40EC-9C81-99B98C984AAC}"/>
                </a:ext>
              </a:extLst>
            </p:cNvPr>
            <p:cNvSpPr/>
            <p:nvPr/>
          </p:nvSpPr>
          <p:spPr>
            <a:xfrm>
              <a:off x="6910629" y="1765236"/>
              <a:ext cx="35107" cy="35107"/>
            </a:xfrm>
            <a:custGeom>
              <a:avLst/>
              <a:gdLst>
                <a:gd name="connsiteX0" fmla="*/ 35107 w 35107"/>
                <a:gd name="connsiteY0" fmla="*/ 17554 h 35107"/>
                <a:gd name="connsiteX1" fmla="*/ 17553 w 35107"/>
                <a:gd name="connsiteY1" fmla="*/ 35107 h 35107"/>
                <a:gd name="connsiteX2" fmla="*/ 0 w 35107"/>
                <a:gd name="connsiteY2" fmla="*/ 17554 h 35107"/>
                <a:gd name="connsiteX3" fmla="*/ 17553 w 35107"/>
                <a:gd name="connsiteY3" fmla="*/ 0 h 35107"/>
                <a:gd name="connsiteX4" fmla="*/ 35107 w 35107"/>
                <a:gd name="connsiteY4" fmla="*/ 17554 h 35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07" h="35107">
                  <a:moveTo>
                    <a:pt x="35107" y="17554"/>
                  </a:moveTo>
                  <a:cubicBezTo>
                    <a:pt x="35107" y="27248"/>
                    <a:pt x="27248" y="35107"/>
                    <a:pt x="17553" y="35107"/>
                  </a:cubicBezTo>
                  <a:cubicBezTo>
                    <a:pt x="7859" y="35107"/>
                    <a:pt x="0" y="27248"/>
                    <a:pt x="0" y="17554"/>
                  </a:cubicBezTo>
                  <a:cubicBezTo>
                    <a:pt x="0" y="7859"/>
                    <a:pt x="7859" y="0"/>
                    <a:pt x="17553" y="0"/>
                  </a:cubicBezTo>
                  <a:cubicBezTo>
                    <a:pt x="27248" y="0"/>
                    <a:pt x="35107" y="7859"/>
                    <a:pt x="35107" y="17554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íŝḷî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B103D33-A71D-429B-ADB4-4E8227E3B966}"/>
                </a:ext>
              </a:extLst>
            </p:cNvPr>
            <p:cNvSpPr/>
            <p:nvPr/>
          </p:nvSpPr>
          <p:spPr>
            <a:xfrm>
              <a:off x="6676140" y="1692644"/>
              <a:ext cx="51471" cy="51471"/>
            </a:xfrm>
            <a:custGeom>
              <a:avLst/>
              <a:gdLst>
                <a:gd name="connsiteX0" fmla="*/ 50822 w 51471"/>
                <a:gd name="connsiteY0" fmla="*/ 25550 h 51471"/>
                <a:gd name="connsiteX1" fmla="*/ 25086 w 51471"/>
                <a:gd name="connsiteY1" fmla="*/ 51285 h 51471"/>
                <a:gd name="connsiteX2" fmla="*/ -650 w 51471"/>
                <a:gd name="connsiteY2" fmla="*/ 25550 h 51471"/>
                <a:gd name="connsiteX3" fmla="*/ 25086 w 51471"/>
                <a:gd name="connsiteY3" fmla="*/ -186 h 51471"/>
                <a:gd name="connsiteX4" fmla="*/ 50822 w 51471"/>
                <a:gd name="connsiteY4" fmla="*/ 25550 h 5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71" h="51471">
                  <a:moveTo>
                    <a:pt x="50822" y="25550"/>
                  </a:moveTo>
                  <a:cubicBezTo>
                    <a:pt x="50822" y="39760"/>
                    <a:pt x="39282" y="51285"/>
                    <a:pt x="25086" y="51285"/>
                  </a:cubicBezTo>
                  <a:cubicBezTo>
                    <a:pt x="10889" y="51285"/>
                    <a:pt x="-650" y="39760"/>
                    <a:pt x="-650" y="25550"/>
                  </a:cubicBezTo>
                  <a:cubicBezTo>
                    <a:pt x="-650" y="11339"/>
                    <a:pt x="10889" y="-186"/>
                    <a:pt x="25086" y="-186"/>
                  </a:cubicBezTo>
                  <a:cubicBezTo>
                    <a:pt x="39282" y="-186"/>
                    <a:pt x="50822" y="11339"/>
                    <a:pt x="50822" y="2555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îṥḷ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890C255-C69E-4CC2-8DF4-363F5A0B8D0C}"/>
                </a:ext>
              </a:extLst>
            </p:cNvPr>
            <p:cNvSpPr/>
            <p:nvPr/>
          </p:nvSpPr>
          <p:spPr>
            <a:xfrm>
              <a:off x="6583337" y="1407941"/>
              <a:ext cx="505625" cy="505624"/>
            </a:xfrm>
            <a:custGeom>
              <a:avLst/>
              <a:gdLst>
                <a:gd name="connsiteX0" fmla="*/ 252163 w 505625"/>
                <a:gd name="connsiteY0" fmla="*/ 505439 h 505624"/>
                <a:gd name="connsiteX1" fmla="*/ -650 w 505625"/>
                <a:gd name="connsiteY1" fmla="*/ 252626 h 505624"/>
                <a:gd name="connsiteX2" fmla="*/ 252163 w 505625"/>
                <a:gd name="connsiteY2" fmla="*/ -186 h 505624"/>
                <a:gd name="connsiteX3" fmla="*/ 504975 w 505625"/>
                <a:gd name="connsiteY3" fmla="*/ 252626 h 505624"/>
                <a:gd name="connsiteX4" fmla="*/ 252163 w 505625"/>
                <a:gd name="connsiteY4" fmla="*/ 505439 h 505624"/>
                <a:gd name="connsiteX5" fmla="*/ 252163 w 505625"/>
                <a:gd name="connsiteY5" fmla="*/ 28906 h 505624"/>
                <a:gd name="connsiteX6" fmla="*/ 28373 w 505625"/>
                <a:gd name="connsiteY6" fmla="*/ 252696 h 505624"/>
                <a:gd name="connsiteX7" fmla="*/ 252163 w 505625"/>
                <a:gd name="connsiteY7" fmla="*/ 476486 h 505624"/>
                <a:gd name="connsiteX8" fmla="*/ 475952 w 505625"/>
                <a:gd name="connsiteY8" fmla="*/ 252696 h 505624"/>
                <a:gd name="connsiteX9" fmla="*/ 252163 w 505625"/>
                <a:gd name="connsiteY9" fmla="*/ 28906 h 505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5625" h="505624">
                  <a:moveTo>
                    <a:pt x="252163" y="505439"/>
                  </a:moveTo>
                  <a:cubicBezTo>
                    <a:pt x="112504" y="505439"/>
                    <a:pt x="-650" y="392250"/>
                    <a:pt x="-650" y="252626"/>
                  </a:cubicBezTo>
                  <a:cubicBezTo>
                    <a:pt x="-650" y="113002"/>
                    <a:pt x="112504" y="-186"/>
                    <a:pt x="252163" y="-186"/>
                  </a:cubicBezTo>
                  <a:cubicBezTo>
                    <a:pt x="391821" y="-186"/>
                    <a:pt x="504975" y="113002"/>
                    <a:pt x="504975" y="252626"/>
                  </a:cubicBezTo>
                  <a:cubicBezTo>
                    <a:pt x="504765" y="392173"/>
                    <a:pt x="391681" y="505243"/>
                    <a:pt x="252163" y="505439"/>
                  </a:cubicBezTo>
                  <a:close/>
                  <a:moveTo>
                    <a:pt x="252163" y="28906"/>
                  </a:moveTo>
                  <a:cubicBezTo>
                    <a:pt x="128589" y="28906"/>
                    <a:pt x="28373" y="129101"/>
                    <a:pt x="28373" y="252696"/>
                  </a:cubicBezTo>
                  <a:cubicBezTo>
                    <a:pt x="28373" y="376291"/>
                    <a:pt x="128589" y="476486"/>
                    <a:pt x="252163" y="476486"/>
                  </a:cubicBezTo>
                  <a:cubicBezTo>
                    <a:pt x="375737" y="476486"/>
                    <a:pt x="475952" y="376291"/>
                    <a:pt x="475952" y="252696"/>
                  </a:cubicBezTo>
                  <a:cubicBezTo>
                    <a:pt x="475952" y="129101"/>
                    <a:pt x="375737" y="28906"/>
                    <a:pt x="252163" y="2890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iṣ1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E11B141-ED09-40D3-A027-A1455CD25FC4}"/>
                </a:ext>
              </a:extLst>
            </p:cNvPr>
            <p:cNvSpPr/>
            <p:nvPr/>
          </p:nvSpPr>
          <p:spPr>
            <a:xfrm>
              <a:off x="5854919" y="2476703"/>
              <a:ext cx="197057" cy="242226"/>
            </a:xfrm>
            <a:custGeom>
              <a:avLst/>
              <a:gdLst>
                <a:gd name="connsiteX0" fmla="*/ 116822 w 197057"/>
                <a:gd name="connsiteY0" fmla="*/ 3355 h 242226"/>
                <a:gd name="connsiteX1" fmla="*/ 196407 w 197057"/>
                <a:gd name="connsiteY1" fmla="*/ 56365 h 242226"/>
                <a:gd name="connsiteX2" fmla="*/ 143397 w 197057"/>
                <a:gd name="connsiteY2" fmla="*/ 242040 h 242226"/>
                <a:gd name="connsiteX3" fmla="*/ 10522 w 197057"/>
                <a:gd name="connsiteY3" fmla="*/ 43078 h 242226"/>
                <a:gd name="connsiteX4" fmla="*/ 116822 w 197057"/>
                <a:gd name="connsiteY4" fmla="*/ 3355 h 2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57" h="242226">
                  <a:moveTo>
                    <a:pt x="116822" y="3355"/>
                  </a:moveTo>
                  <a:lnTo>
                    <a:pt x="196407" y="56365"/>
                  </a:lnTo>
                  <a:lnTo>
                    <a:pt x="143397" y="242040"/>
                  </a:lnTo>
                  <a:cubicBezTo>
                    <a:pt x="143397" y="242040"/>
                    <a:pt x="-48153" y="160987"/>
                    <a:pt x="10522" y="43078"/>
                  </a:cubicBezTo>
                  <a:cubicBezTo>
                    <a:pt x="24019" y="16572"/>
                    <a:pt x="63812" y="-9933"/>
                    <a:pt x="116822" y="3355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ïṧl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1F3A997-F8EB-4332-A6E5-EC3D998E1A4C}"/>
                </a:ext>
              </a:extLst>
            </p:cNvPr>
            <p:cNvSpPr/>
            <p:nvPr/>
          </p:nvSpPr>
          <p:spPr>
            <a:xfrm>
              <a:off x="6478365" y="2476703"/>
              <a:ext cx="197127" cy="242226"/>
            </a:xfrm>
            <a:custGeom>
              <a:avLst/>
              <a:gdLst>
                <a:gd name="connsiteX0" fmla="*/ 78935 w 197127"/>
                <a:gd name="connsiteY0" fmla="*/ 3355 h 242226"/>
                <a:gd name="connsiteX1" fmla="*/ -650 w 197127"/>
                <a:gd name="connsiteY1" fmla="*/ 56365 h 242226"/>
                <a:gd name="connsiteX2" fmla="*/ 52431 w 197127"/>
                <a:gd name="connsiteY2" fmla="*/ 242040 h 242226"/>
                <a:gd name="connsiteX3" fmla="*/ 185306 w 197127"/>
                <a:gd name="connsiteY3" fmla="*/ 43078 h 242226"/>
                <a:gd name="connsiteX4" fmla="*/ 78935 w 197127"/>
                <a:gd name="connsiteY4" fmla="*/ 3355 h 2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27" h="242226">
                  <a:moveTo>
                    <a:pt x="78935" y="3355"/>
                  </a:moveTo>
                  <a:lnTo>
                    <a:pt x="-650" y="56365"/>
                  </a:lnTo>
                  <a:lnTo>
                    <a:pt x="52431" y="242040"/>
                  </a:lnTo>
                  <a:cubicBezTo>
                    <a:pt x="52431" y="242040"/>
                    <a:pt x="243980" y="160987"/>
                    <a:pt x="185306" y="43078"/>
                  </a:cubicBezTo>
                  <a:cubicBezTo>
                    <a:pt x="171738" y="16572"/>
                    <a:pt x="132016" y="-9933"/>
                    <a:pt x="78935" y="3355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ï$ľî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356E739-CB7A-48A1-A4BD-D264B75891CB}"/>
                </a:ext>
              </a:extLst>
            </p:cNvPr>
            <p:cNvSpPr/>
            <p:nvPr/>
          </p:nvSpPr>
          <p:spPr>
            <a:xfrm>
              <a:off x="5968018" y="2143822"/>
              <a:ext cx="594529" cy="797498"/>
            </a:xfrm>
            <a:custGeom>
              <a:avLst/>
              <a:gdLst>
                <a:gd name="connsiteX0" fmla="*/ 299126 w 594529"/>
                <a:gd name="connsiteY0" fmla="*/ 797312 h 797498"/>
                <a:gd name="connsiteX1" fmla="*/ -543 w 594529"/>
                <a:gd name="connsiteY1" fmla="*/ 488972 h 797498"/>
                <a:gd name="connsiteX2" fmla="*/ -543 w 594529"/>
                <a:gd name="connsiteY2" fmla="*/ 475475 h 797498"/>
                <a:gd name="connsiteX3" fmla="*/ 256256 w 594529"/>
                <a:gd name="connsiteY3" fmla="*/ 2160 h 797498"/>
                <a:gd name="connsiteX4" fmla="*/ 300035 w 594529"/>
                <a:gd name="connsiteY4" fmla="*/ 271 h 797498"/>
                <a:gd name="connsiteX5" fmla="*/ 593759 w 594529"/>
                <a:gd name="connsiteY5" fmla="*/ 428689 h 797498"/>
                <a:gd name="connsiteX6" fmla="*/ 593759 w 594529"/>
                <a:gd name="connsiteY6" fmla="*/ 442256 h 797498"/>
                <a:gd name="connsiteX7" fmla="*/ 299126 w 594529"/>
                <a:gd name="connsiteY7" fmla="*/ 797312 h 79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4529" h="797498">
                  <a:moveTo>
                    <a:pt x="299126" y="797312"/>
                  </a:moveTo>
                  <a:cubicBezTo>
                    <a:pt x="91001" y="797312"/>
                    <a:pt x="2884" y="666116"/>
                    <a:pt x="-543" y="488972"/>
                  </a:cubicBezTo>
                  <a:lnTo>
                    <a:pt x="-543" y="475475"/>
                  </a:lnTo>
                  <a:cubicBezTo>
                    <a:pt x="-3969" y="298331"/>
                    <a:pt x="74567" y="2160"/>
                    <a:pt x="256256" y="2160"/>
                  </a:cubicBezTo>
                  <a:lnTo>
                    <a:pt x="300035" y="271"/>
                  </a:lnTo>
                  <a:cubicBezTo>
                    <a:pt x="464171" y="-12666"/>
                    <a:pt x="590472" y="251615"/>
                    <a:pt x="593759" y="428689"/>
                  </a:cubicBezTo>
                  <a:lnTo>
                    <a:pt x="593759" y="442256"/>
                  </a:lnTo>
                  <a:cubicBezTo>
                    <a:pt x="597255" y="619400"/>
                    <a:pt x="525224" y="797312"/>
                    <a:pt x="299126" y="797312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iSḻî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4A60BDE-E050-43BA-8177-EBCEE281D18F}"/>
                </a:ext>
              </a:extLst>
            </p:cNvPr>
            <p:cNvSpPr/>
            <p:nvPr/>
          </p:nvSpPr>
          <p:spPr>
            <a:xfrm>
              <a:off x="6069948" y="2508567"/>
              <a:ext cx="57556" cy="78536"/>
            </a:xfrm>
            <a:custGeom>
              <a:avLst/>
              <a:gdLst>
                <a:gd name="connsiteX0" fmla="*/ 56907 w 57556"/>
                <a:gd name="connsiteY0" fmla="*/ 38977 h 78536"/>
                <a:gd name="connsiteX1" fmla="*/ 28304 w 57556"/>
                <a:gd name="connsiteY1" fmla="*/ 78350 h 78536"/>
                <a:gd name="connsiteX2" fmla="*/ -649 w 57556"/>
                <a:gd name="connsiteY2" fmla="*/ 39187 h 78536"/>
                <a:gd name="connsiteX3" fmla="*/ 28024 w 57556"/>
                <a:gd name="connsiteY3" fmla="*/ -186 h 78536"/>
                <a:gd name="connsiteX4" fmla="*/ 56907 w 57556"/>
                <a:gd name="connsiteY4" fmla="*/ 38977 h 7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56" h="78536">
                  <a:moveTo>
                    <a:pt x="56907" y="38977"/>
                  </a:moveTo>
                  <a:cubicBezTo>
                    <a:pt x="56907" y="60657"/>
                    <a:pt x="44179" y="78280"/>
                    <a:pt x="28304" y="78350"/>
                  </a:cubicBezTo>
                  <a:cubicBezTo>
                    <a:pt x="12429" y="78420"/>
                    <a:pt x="-509" y="60866"/>
                    <a:pt x="-649" y="39187"/>
                  </a:cubicBezTo>
                  <a:cubicBezTo>
                    <a:pt x="-789" y="17507"/>
                    <a:pt x="12079" y="-186"/>
                    <a:pt x="28024" y="-186"/>
                  </a:cubicBezTo>
                  <a:cubicBezTo>
                    <a:pt x="43969" y="-186"/>
                    <a:pt x="56837" y="17297"/>
                    <a:pt x="56907" y="38977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íṥ1ï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FF1948E-6EAA-4A8A-98BB-64857E2D0C55}"/>
                </a:ext>
              </a:extLst>
            </p:cNvPr>
            <p:cNvSpPr/>
            <p:nvPr/>
          </p:nvSpPr>
          <p:spPr>
            <a:xfrm>
              <a:off x="6190526" y="2568068"/>
              <a:ext cx="81450" cy="100159"/>
            </a:xfrm>
            <a:custGeom>
              <a:avLst/>
              <a:gdLst>
                <a:gd name="connsiteX0" fmla="*/ 70533 w 81450"/>
                <a:gd name="connsiteY0" fmla="*/ 99973 h 100159"/>
                <a:gd name="connsiteX1" fmla="*/ 9551 w 81450"/>
                <a:gd name="connsiteY1" fmla="*/ 99483 h 100159"/>
                <a:gd name="connsiteX2" fmla="*/ 319 w 81450"/>
                <a:gd name="connsiteY2" fmla="*/ 81510 h 100159"/>
                <a:gd name="connsiteX3" fmla="*/ 28293 w 81450"/>
                <a:gd name="connsiteY3" fmla="*/ 7170 h 100159"/>
                <a:gd name="connsiteX4" fmla="*/ 39839 w 81450"/>
                <a:gd name="connsiteY4" fmla="*/ 79 h 100159"/>
                <a:gd name="connsiteX5" fmla="*/ 46756 w 81450"/>
                <a:gd name="connsiteY5" fmla="*/ 6541 h 100159"/>
                <a:gd name="connsiteX6" fmla="*/ 79345 w 81450"/>
                <a:gd name="connsiteY6" fmla="*/ 81370 h 100159"/>
                <a:gd name="connsiteX7" fmla="*/ 70533 w 81450"/>
                <a:gd name="connsiteY7" fmla="*/ 99973 h 100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450" h="100159">
                  <a:moveTo>
                    <a:pt x="70533" y="99973"/>
                  </a:moveTo>
                  <a:lnTo>
                    <a:pt x="9551" y="99483"/>
                  </a:lnTo>
                  <a:cubicBezTo>
                    <a:pt x="2068" y="99483"/>
                    <a:pt x="-2828" y="89902"/>
                    <a:pt x="319" y="81510"/>
                  </a:cubicBezTo>
                  <a:lnTo>
                    <a:pt x="28293" y="7170"/>
                  </a:lnTo>
                  <a:cubicBezTo>
                    <a:pt x="29524" y="2023"/>
                    <a:pt x="34692" y="-1152"/>
                    <a:pt x="39839" y="79"/>
                  </a:cubicBezTo>
                  <a:cubicBezTo>
                    <a:pt x="43119" y="869"/>
                    <a:pt x="45748" y="3317"/>
                    <a:pt x="46756" y="6541"/>
                  </a:cubicBezTo>
                  <a:lnTo>
                    <a:pt x="79345" y="81370"/>
                  </a:lnTo>
                  <a:cubicBezTo>
                    <a:pt x="83401" y="89832"/>
                    <a:pt x="78506" y="100043"/>
                    <a:pt x="70533" y="99973"/>
                  </a:cubicBezTo>
                  <a:close/>
                </a:path>
              </a:pathLst>
            </a:custGeom>
            <a:solidFill>
              <a:srgbClr val="FB7B5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îs1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60BC2F-CFB9-48FB-A958-99796504FCA6}"/>
                </a:ext>
              </a:extLst>
            </p:cNvPr>
            <p:cNvSpPr/>
            <p:nvPr/>
          </p:nvSpPr>
          <p:spPr>
            <a:xfrm>
              <a:off x="6320244" y="2508567"/>
              <a:ext cx="57556" cy="78536"/>
            </a:xfrm>
            <a:custGeom>
              <a:avLst/>
              <a:gdLst>
                <a:gd name="connsiteX0" fmla="*/ -650 w 57556"/>
                <a:gd name="connsiteY0" fmla="*/ 38977 h 78536"/>
                <a:gd name="connsiteX1" fmla="*/ 27953 w 57556"/>
                <a:gd name="connsiteY1" fmla="*/ 78350 h 78536"/>
                <a:gd name="connsiteX2" fmla="*/ 56906 w 57556"/>
                <a:gd name="connsiteY2" fmla="*/ 39187 h 78536"/>
                <a:gd name="connsiteX3" fmla="*/ 28233 w 57556"/>
                <a:gd name="connsiteY3" fmla="*/ -186 h 78536"/>
                <a:gd name="connsiteX4" fmla="*/ -650 w 57556"/>
                <a:gd name="connsiteY4" fmla="*/ 38977 h 7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56" h="78536">
                  <a:moveTo>
                    <a:pt x="-650" y="38977"/>
                  </a:moveTo>
                  <a:cubicBezTo>
                    <a:pt x="-650" y="60657"/>
                    <a:pt x="12078" y="78280"/>
                    <a:pt x="27953" y="78350"/>
                  </a:cubicBezTo>
                  <a:cubicBezTo>
                    <a:pt x="43829" y="78420"/>
                    <a:pt x="56836" y="60866"/>
                    <a:pt x="56906" y="39187"/>
                  </a:cubicBezTo>
                  <a:cubicBezTo>
                    <a:pt x="56976" y="17507"/>
                    <a:pt x="44178" y="-186"/>
                    <a:pt x="28233" y="-186"/>
                  </a:cubicBezTo>
                  <a:cubicBezTo>
                    <a:pt x="12288" y="-186"/>
                    <a:pt x="-580" y="17297"/>
                    <a:pt x="-650" y="38977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íṩḻí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8629381-B282-4D8D-814B-3F5F0470DF1E}"/>
                </a:ext>
              </a:extLst>
            </p:cNvPr>
            <p:cNvSpPr/>
            <p:nvPr/>
          </p:nvSpPr>
          <p:spPr>
            <a:xfrm>
              <a:off x="6126113" y="2750540"/>
              <a:ext cx="212098" cy="101254"/>
            </a:xfrm>
            <a:custGeom>
              <a:avLst/>
              <a:gdLst>
                <a:gd name="connsiteX0" fmla="*/ 248386 w 249035"/>
                <a:gd name="connsiteY0" fmla="*/ -186 h 118888"/>
                <a:gd name="connsiteX1" fmla="*/ 123833 w 249035"/>
                <a:gd name="connsiteY1" fmla="*/ 118702 h 118888"/>
                <a:gd name="connsiteX2" fmla="*/ -650 w 249035"/>
                <a:gd name="connsiteY2" fmla="*/ -186 h 11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035" h="118888">
                  <a:moveTo>
                    <a:pt x="248386" y="-186"/>
                  </a:moveTo>
                  <a:cubicBezTo>
                    <a:pt x="248386" y="46670"/>
                    <a:pt x="214398" y="118702"/>
                    <a:pt x="123833" y="118702"/>
                  </a:cubicBezTo>
                  <a:cubicBezTo>
                    <a:pt x="33268" y="118702"/>
                    <a:pt x="-650" y="46740"/>
                    <a:pt x="-650" y="-186"/>
                  </a:cubicBezTo>
                  <a:close/>
                </a:path>
              </a:pathLst>
            </a:custGeom>
            <a:solidFill>
              <a:srgbClr val="FFFFFF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íŝḻïḑ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57F7343-936B-4A4D-812A-CBADAAAE8CF6}"/>
                </a:ext>
              </a:extLst>
            </p:cNvPr>
            <p:cNvSpPr/>
            <p:nvPr/>
          </p:nvSpPr>
          <p:spPr>
            <a:xfrm>
              <a:off x="5949173" y="2088389"/>
              <a:ext cx="623324" cy="491095"/>
            </a:xfrm>
            <a:custGeom>
              <a:avLst/>
              <a:gdLst>
                <a:gd name="connsiteX0" fmla="*/ 311047 w 623324"/>
                <a:gd name="connsiteY0" fmla="*/ -104 h 491095"/>
                <a:gd name="connsiteX1" fmla="*/ -650 w 623324"/>
                <a:gd name="connsiteY1" fmla="*/ 239141 h 491095"/>
                <a:gd name="connsiteX2" fmla="*/ 25925 w 623324"/>
                <a:gd name="connsiteY2" fmla="*/ 490905 h 491095"/>
                <a:gd name="connsiteX3" fmla="*/ 47675 w 623324"/>
                <a:gd name="connsiteY3" fmla="*/ 352155 h 491095"/>
                <a:gd name="connsiteX4" fmla="*/ 117050 w 623324"/>
                <a:gd name="connsiteY4" fmla="*/ 280263 h 491095"/>
                <a:gd name="connsiteX5" fmla="*/ 488681 w 623324"/>
                <a:gd name="connsiteY5" fmla="*/ 280263 h 491095"/>
                <a:gd name="connsiteX6" fmla="*/ 574350 w 623324"/>
                <a:gd name="connsiteY6" fmla="*/ 352155 h 491095"/>
                <a:gd name="connsiteX7" fmla="*/ 596169 w 623324"/>
                <a:gd name="connsiteY7" fmla="*/ 490905 h 491095"/>
                <a:gd name="connsiteX8" fmla="*/ 622675 w 623324"/>
                <a:gd name="connsiteY8" fmla="*/ 239141 h 491095"/>
                <a:gd name="connsiteX9" fmla="*/ 311047 w 623324"/>
                <a:gd name="connsiteY9" fmla="*/ -104 h 49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3324" h="491095">
                  <a:moveTo>
                    <a:pt x="311047" y="-104"/>
                  </a:moveTo>
                  <a:cubicBezTo>
                    <a:pt x="24806" y="-4580"/>
                    <a:pt x="-650" y="174312"/>
                    <a:pt x="-650" y="239141"/>
                  </a:cubicBezTo>
                  <a:cubicBezTo>
                    <a:pt x="-650" y="346071"/>
                    <a:pt x="25925" y="490905"/>
                    <a:pt x="25925" y="490905"/>
                  </a:cubicBezTo>
                  <a:cubicBezTo>
                    <a:pt x="32919" y="491534"/>
                    <a:pt x="34947" y="423488"/>
                    <a:pt x="47675" y="352155"/>
                  </a:cubicBezTo>
                  <a:cubicBezTo>
                    <a:pt x="55158" y="310684"/>
                    <a:pt x="74879" y="280543"/>
                    <a:pt x="117050" y="280263"/>
                  </a:cubicBezTo>
                  <a:cubicBezTo>
                    <a:pt x="164535" y="279913"/>
                    <a:pt x="441195" y="279913"/>
                    <a:pt x="488681" y="280263"/>
                  </a:cubicBezTo>
                  <a:cubicBezTo>
                    <a:pt x="530851" y="280466"/>
                    <a:pt x="566867" y="310684"/>
                    <a:pt x="574350" y="352155"/>
                  </a:cubicBezTo>
                  <a:cubicBezTo>
                    <a:pt x="587148" y="423488"/>
                    <a:pt x="589386" y="491534"/>
                    <a:pt x="596169" y="490905"/>
                  </a:cubicBezTo>
                  <a:cubicBezTo>
                    <a:pt x="596169" y="490905"/>
                    <a:pt x="622675" y="345861"/>
                    <a:pt x="622675" y="239141"/>
                  </a:cubicBezTo>
                  <a:cubicBezTo>
                    <a:pt x="622675" y="174312"/>
                    <a:pt x="597289" y="-4580"/>
                    <a:pt x="311047" y="-104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îṧ1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DC52CDC-C35A-4B5B-8ABF-E2D075DF06EB}"/>
                </a:ext>
              </a:extLst>
            </p:cNvPr>
            <p:cNvSpPr/>
            <p:nvPr/>
          </p:nvSpPr>
          <p:spPr>
            <a:xfrm>
              <a:off x="6001973" y="2439122"/>
              <a:ext cx="214838" cy="231342"/>
            </a:xfrm>
            <a:custGeom>
              <a:avLst/>
              <a:gdLst>
                <a:gd name="connsiteX0" fmla="*/ 214838 w 214838"/>
                <a:gd name="connsiteY0" fmla="*/ 115671 h 231342"/>
                <a:gd name="connsiteX1" fmla="*/ 107419 w 214838"/>
                <a:gd name="connsiteY1" fmla="*/ 231343 h 231342"/>
                <a:gd name="connsiteX2" fmla="*/ 0 w 214838"/>
                <a:gd name="connsiteY2" fmla="*/ 115671 h 231342"/>
                <a:gd name="connsiteX3" fmla="*/ 107419 w 214838"/>
                <a:gd name="connsiteY3" fmla="*/ 0 h 231342"/>
                <a:gd name="connsiteX4" fmla="*/ 214838 w 214838"/>
                <a:gd name="connsiteY4" fmla="*/ 115671 h 23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8" h="231342">
                  <a:moveTo>
                    <a:pt x="214838" y="115671"/>
                  </a:moveTo>
                  <a:cubicBezTo>
                    <a:pt x="214838" y="179555"/>
                    <a:pt x="166745" y="231343"/>
                    <a:pt x="107419" y="231343"/>
                  </a:cubicBezTo>
                  <a:cubicBezTo>
                    <a:pt x="48093" y="231343"/>
                    <a:pt x="0" y="179555"/>
                    <a:pt x="0" y="115671"/>
                  </a:cubicBezTo>
                  <a:cubicBezTo>
                    <a:pt x="0" y="51788"/>
                    <a:pt x="48093" y="0"/>
                    <a:pt x="107419" y="0"/>
                  </a:cubicBezTo>
                  <a:cubicBezTo>
                    <a:pt x="166745" y="0"/>
                    <a:pt x="214838" y="51788"/>
                    <a:pt x="214838" y="115671"/>
                  </a:cubicBezTo>
                  <a:close/>
                </a:path>
              </a:pathLst>
            </a:custGeom>
            <a:noFill/>
            <a:ln w="6984" cap="flat">
              <a:solidFill>
                <a:srgbClr val="00012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íṥļ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F6D9103-5BF3-4A7C-8AE7-080993D88BEE}"/>
                </a:ext>
              </a:extLst>
            </p:cNvPr>
            <p:cNvSpPr/>
            <p:nvPr/>
          </p:nvSpPr>
          <p:spPr>
            <a:xfrm>
              <a:off x="6241568" y="2430870"/>
              <a:ext cx="230083" cy="247847"/>
            </a:xfrm>
            <a:custGeom>
              <a:avLst/>
              <a:gdLst>
                <a:gd name="connsiteX0" fmla="*/ 230084 w 230083"/>
                <a:gd name="connsiteY0" fmla="*/ 123924 h 247847"/>
                <a:gd name="connsiteX1" fmla="*/ 115042 w 230083"/>
                <a:gd name="connsiteY1" fmla="*/ 247847 h 247847"/>
                <a:gd name="connsiteX2" fmla="*/ 0 w 230083"/>
                <a:gd name="connsiteY2" fmla="*/ 123924 h 247847"/>
                <a:gd name="connsiteX3" fmla="*/ 115042 w 230083"/>
                <a:gd name="connsiteY3" fmla="*/ 0 h 247847"/>
                <a:gd name="connsiteX4" fmla="*/ 230084 w 230083"/>
                <a:gd name="connsiteY4" fmla="*/ 123924 h 247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83" h="247847">
                  <a:moveTo>
                    <a:pt x="230084" y="123924"/>
                  </a:moveTo>
                  <a:cubicBezTo>
                    <a:pt x="230084" y="192365"/>
                    <a:pt x="178578" y="247847"/>
                    <a:pt x="115042" y="247847"/>
                  </a:cubicBezTo>
                  <a:cubicBezTo>
                    <a:pt x="51506" y="247847"/>
                    <a:pt x="0" y="192365"/>
                    <a:pt x="0" y="123924"/>
                  </a:cubicBezTo>
                  <a:cubicBezTo>
                    <a:pt x="0" y="55482"/>
                    <a:pt x="51506" y="0"/>
                    <a:pt x="115042" y="0"/>
                  </a:cubicBezTo>
                  <a:cubicBezTo>
                    <a:pt x="178578" y="0"/>
                    <a:pt x="230084" y="55482"/>
                    <a:pt x="230084" y="123924"/>
                  </a:cubicBezTo>
                  <a:close/>
                </a:path>
              </a:pathLst>
            </a:custGeom>
            <a:noFill/>
            <a:ln w="6984" cap="flat">
              <a:solidFill>
                <a:srgbClr val="00012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ï$ľî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993718F-04E6-45E7-BF05-A9A483827803}"/>
                </a:ext>
              </a:extLst>
            </p:cNvPr>
            <p:cNvSpPr/>
            <p:nvPr/>
          </p:nvSpPr>
          <p:spPr>
            <a:xfrm>
              <a:off x="4232706" y="2916703"/>
              <a:ext cx="4103533" cy="3212640"/>
            </a:xfrm>
            <a:custGeom>
              <a:avLst/>
              <a:gdLst>
                <a:gd name="connsiteX0" fmla="*/ 3801537 w 4103533"/>
                <a:gd name="connsiteY0" fmla="*/ -186 h 3212640"/>
                <a:gd name="connsiteX1" fmla="*/ 4102884 w 4103533"/>
                <a:gd name="connsiteY1" fmla="*/ 1089949 h 3212640"/>
                <a:gd name="connsiteX2" fmla="*/ 1980379 w 4103533"/>
                <a:gd name="connsiteY2" fmla="*/ 3212455 h 3212640"/>
                <a:gd name="connsiteX3" fmla="*/ -650 w 4103533"/>
                <a:gd name="connsiteY3" fmla="*/ 1847757 h 321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3533" h="3212640">
                  <a:moveTo>
                    <a:pt x="3801537" y="-186"/>
                  </a:moveTo>
                  <a:cubicBezTo>
                    <a:pt x="3998752" y="329253"/>
                    <a:pt x="4102884" y="706003"/>
                    <a:pt x="4102884" y="1089949"/>
                  </a:cubicBezTo>
                  <a:cubicBezTo>
                    <a:pt x="4102884" y="2254355"/>
                    <a:pt x="3144784" y="3212455"/>
                    <a:pt x="1980379" y="3212455"/>
                  </a:cubicBezTo>
                  <a:cubicBezTo>
                    <a:pt x="1082422" y="3212455"/>
                    <a:pt x="307131" y="2642630"/>
                    <a:pt x="-650" y="1847757"/>
                  </a:cubicBezTo>
                </a:path>
              </a:pathLst>
            </a:custGeom>
            <a:noFill/>
            <a:ln w="6984" cap="flat">
              <a:solidFill>
                <a:srgbClr val="C0CEE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2" name="矩形 91"/>
          <p:cNvSpPr/>
          <p:nvPr/>
        </p:nvSpPr>
        <p:spPr>
          <a:xfrm>
            <a:off x="435435" y="3823920"/>
            <a:ext cx="6686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可擴大支援其他對於資料軌跡有需求之行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業</a:t>
            </a:r>
            <a:r>
              <a:rPr lang="zh-CN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77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0" y="1262743"/>
            <a:ext cx="8432800" cy="51815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075543" y="145145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/>
              <a:t>方案簡述</a:t>
            </a:r>
            <a:endParaRPr lang="zh-CN" altLang="en-US" sz="3600" b="1" dirty="0"/>
          </a:p>
        </p:txBody>
      </p:sp>
      <p:sp>
        <p:nvSpPr>
          <p:cNvPr id="95" name="矩形 94"/>
          <p:cNvSpPr/>
          <p:nvPr/>
        </p:nvSpPr>
        <p:spPr>
          <a:xfrm>
            <a:off x="1653508" y="2793012"/>
            <a:ext cx="679417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 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觸發程式</a:t>
            </a:r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Trigger</a:t>
            </a:r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資料庫中資料異動歷程寫入資料庫交易異動暫存檔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1653508" y="3685800"/>
            <a:ext cx="4191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同步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排程服務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中心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異動歷程搬移至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Maria DB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主機</a:t>
            </a:r>
            <a:endParaRPr lang="zh-CN" altLang="en-US" dirty="0"/>
          </a:p>
        </p:txBody>
      </p:sp>
      <p:grpSp>
        <p:nvGrpSpPr>
          <p:cNvPr id="118" name="组合 117"/>
          <p:cNvGrpSpPr/>
          <p:nvPr/>
        </p:nvGrpSpPr>
        <p:grpSpPr>
          <a:xfrm>
            <a:off x="543166" y="4920337"/>
            <a:ext cx="6057402" cy="1280648"/>
            <a:chOff x="543166" y="4615543"/>
            <a:chExt cx="8050462" cy="1280648"/>
          </a:xfrm>
        </p:grpSpPr>
        <p:sp>
          <p:nvSpPr>
            <p:cNvPr id="117" name="矩形 116"/>
            <p:cNvSpPr/>
            <p:nvPr/>
          </p:nvSpPr>
          <p:spPr>
            <a:xfrm>
              <a:off x="543166" y="4615543"/>
              <a:ext cx="8050462" cy="12806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892996" y="4846894"/>
              <a:ext cx="7186803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提供企業於人員異動、事件調查、內部稽核等情境之資料審閱調查使用，以健全企業內稽內控制度與滿足外部會計師審計需求。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103" name="Picture 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327" y="1415753"/>
            <a:ext cx="811592" cy="120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1" name="组合 110"/>
          <p:cNvGrpSpPr/>
          <p:nvPr/>
        </p:nvGrpSpPr>
        <p:grpSpPr>
          <a:xfrm>
            <a:off x="543166" y="2909124"/>
            <a:ext cx="1016837" cy="465452"/>
            <a:chOff x="543166" y="3155862"/>
            <a:chExt cx="1016837" cy="465452"/>
          </a:xfrm>
        </p:grpSpPr>
        <p:sp>
          <p:nvSpPr>
            <p:cNvPr id="109" name="五边形 108"/>
            <p:cNvSpPr/>
            <p:nvPr/>
          </p:nvSpPr>
          <p:spPr>
            <a:xfrm>
              <a:off x="573314" y="3155862"/>
              <a:ext cx="965200" cy="465452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43166" y="3177887"/>
              <a:ext cx="1016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</a:rPr>
                <a:t>Step1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543166" y="3743856"/>
            <a:ext cx="1016837" cy="465452"/>
            <a:chOff x="543166" y="3155862"/>
            <a:chExt cx="1016837" cy="465452"/>
          </a:xfrm>
        </p:grpSpPr>
        <p:sp>
          <p:nvSpPr>
            <p:cNvPr id="113" name="五边形 112"/>
            <p:cNvSpPr/>
            <p:nvPr/>
          </p:nvSpPr>
          <p:spPr>
            <a:xfrm>
              <a:off x="573314" y="3155862"/>
              <a:ext cx="965200" cy="465452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43166" y="3177887"/>
              <a:ext cx="1016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</a:rPr>
                <a:t>Step2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6" name="直接箭头连接符 115"/>
          <p:cNvCxnSpPr/>
          <p:nvPr/>
        </p:nvCxnSpPr>
        <p:spPr>
          <a:xfrm>
            <a:off x="2452914" y="2011165"/>
            <a:ext cx="24819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4941697" y="1511902"/>
            <a:ext cx="3772354" cy="1331419"/>
            <a:chOff x="4854617" y="925566"/>
            <a:chExt cx="3772354" cy="1331419"/>
          </a:xfrm>
        </p:grpSpPr>
        <p:pic>
          <p:nvPicPr>
            <p:cNvPr id="120" name="Picture 2" descr="http://i.dell.com/images/global/products/pvaul/pvaul_highlights/powervault-md1200-overview1.jpg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617" y="925566"/>
              <a:ext cx="3772354" cy="1331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文字方塊 15"/>
            <p:cNvSpPr txBox="1"/>
            <p:nvPr/>
          </p:nvSpPr>
          <p:spPr>
            <a:xfrm>
              <a:off x="6126868" y="1277708"/>
              <a:ext cx="1521570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 err="1">
                  <a:solidFill>
                    <a:schemeClr val="bg1"/>
                  </a:solidFill>
                </a:rPr>
                <a:t>MariaDB</a:t>
              </a:r>
              <a:r>
                <a:rPr lang="en-US" altLang="zh-TW" sz="1400" b="1" dirty="0">
                  <a:solidFill>
                    <a:schemeClr val="bg1"/>
                  </a:solidFill>
                </a:rPr>
                <a:t> Server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6600568" y="3958292"/>
            <a:ext cx="2892809" cy="3126018"/>
            <a:chOff x="3855761" y="1287663"/>
            <a:chExt cx="4480478" cy="4841680"/>
          </a:xfrm>
        </p:grpSpPr>
        <p:sp>
          <p:nvSpPr>
            <p:cNvPr id="123" name="išļ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C4B07EA-3414-496B-BCA0-1ED39AAB003A}"/>
                </a:ext>
              </a:extLst>
            </p:cNvPr>
            <p:cNvSpPr/>
            <p:nvPr/>
          </p:nvSpPr>
          <p:spPr>
            <a:xfrm>
              <a:off x="4570279" y="2363383"/>
              <a:ext cx="3286910" cy="3286910"/>
            </a:xfrm>
            <a:custGeom>
              <a:avLst/>
              <a:gdLst>
                <a:gd name="connsiteX0" fmla="*/ 3286911 w 3286910"/>
                <a:gd name="connsiteY0" fmla="*/ 1643455 h 3286910"/>
                <a:gd name="connsiteX1" fmla="*/ 1643455 w 3286910"/>
                <a:gd name="connsiteY1" fmla="*/ 3286911 h 3286910"/>
                <a:gd name="connsiteX2" fmla="*/ 0 w 3286910"/>
                <a:gd name="connsiteY2" fmla="*/ 1643455 h 3286910"/>
                <a:gd name="connsiteX3" fmla="*/ 1643455 w 3286910"/>
                <a:gd name="connsiteY3" fmla="*/ 0 h 3286910"/>
                <a:gd name="connsiteX4" fmla="*/ 3286911 w 3286910"/>
                <a:gd name="connsiteY4" fmla="*/ 1643455 h 328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6910" h="3286910">
                  <a:moveTo>
                    <a:pt x="3286911" y="1643455"/>
                  </a:moveTo>
                  <a:cubicBezTo>
                    <a:pt x="3286911" y="2551111"/>
                    <a:pt x="2551111" y="3286911"/>
                    <a:pt x="1643455" y="3286911"/>
                  </a:cubicBezTo>
                  <a:cubicBezTo>
                    <a:pt x="735800" y="3286911"/>
                    <a:pt x="0" y="2551111"/>
                    <a:pt x="0" y="1643455"/>
                  </a:cubicBezTo>
                  <a:cubicBezTo>
                    <a:pt x="0" y="735800"/>
                    <a:pt x="735800" y="0"/>
                    <a:pt x="1643455" y="0"/>
                  </a:cubicBezTo>
                  <a:cubicBezTo>
                    <a:pt x="2551111" y="0"/>
                    <a:pt x="3286911" y="735800"/>
                    <a:pt x="3286911" y="1643455"/>
                  </a:cubicBezTo>
                  <a:close/>
                </a:path>
              </a:pathLst>
            </a:custGeom>
            <a:solidFill>
              <a:srgbClr val="C0CEE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îšḻ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EEC143B-AF5B-4FAE-BAD2-75B25AC09429}"/>
                </a:ext>
              </a:extLst>
            </p:cNvPr>
            <p:cNvSpPr/>
            <p:nvPr/>
          </p:nvSpPr>
          <p:spPr>
            <a:xfrm>
              <a:off x="3876251" y="2484020"/>
              <a:ext cx="392541" cy="949847"/>
            </a:xfrm>
            <a:custGeom>
              <a:avLst/>
              <a:gdLst>
                <a:gd name="connsiteX0" fmla="*/ 0 w 392541"/>
                <a:gd name="connsiteY0" fmla="*/ 0 h 949847"/>
                <a:gd name="connsiteX1" fmla="*/ 392541 w 392541"/>
                <a:gd name="connsiteY1" fmla="*/ 949847 h 94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541" h="949847">
                  <a:moveTo>
                    <a:pt x="0" y="0"/>
                  </a:moveTo>
                  <a:lnTo>
                    <a:pt x="392541" y="949847"/>
                  </a:lnTo>
                </a:path>
              </a:pathLst>
            </a:custGeom>
            <a:ln w="279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i$ḷ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26520AF-903E-487E-A45B-02BE6BA3B182}"/>
                </a:ext>
              </a:extLst>
            </p:cNvPr>
            <p:cNvSpPr/>
            <p:nvPr/>
          </p:nvSpPr>
          <p:spPr>
            <a:xfrm>
              <a:off x="3855761" y="2853972"/>
              <a:ext cx="733330" cy="690321"/>
            </a:xfrm>
            <a:custGeom>
              <a:avLst/>
              <a:gdLst>
                <a:gd name="connsiteX0" fmla="*/ 733331 w 733330"/>
                <a:gd name="connsiteY0" fmla="*/ 484085 h 690321"/>
                <a:gd name="connsiteX1" fmla="*/ 584371 w 733330"/>
                <a:gd name="connsiteY1" fmla="*/ 183368 h 690321"/>
                <a:gd name="connsiteX2" fmla="*/ 286451 w 733330"/>
                <a:gd name="connsiteY2" fmla="*/ 0 h 690321"/>
                <a:gd name="connsiteX3" fmla="*/ 197634 w 733330"/>
                <a:gd name="connsiteY3" fmla="*/ 88817 h 690321"/>
                <a:gd name="connsiteX4" fmla="*/ 0 w 733330"/>
                <a:gd name="connsiteY4" fmla="*/ 106020 h 690321"/>
                <a:gd name="connsiteX5" fmla="*/ 85949 w 733330"/>
                <a:gd name="connsiteY5" fmla="*/ 484085 h 690321"/>
                <a:gd name="connsiteX6" fmla="*/ 280716 w 733330"/>
                <a:gd name="connsiteY6" fmla="*/ 521360 h 690321"/>
                <a:gd name="connsiteX7" fmla="*/ 354777 w 733330"/>
                <a:gd name="connsiteY7" fmla="*/ 690321 h 690321"/>
                <a:gd name="connsiteX8" fmla="*/ 733331 w 733330"/>
                <a:gd name="connsiteY8" fmla="*/ 484085 h 690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3330" h="690321">
                  <a:moveTo>
                    <a:pt x="733331" y="484085"/>
                  </a:moveTo>
                  <a:lnTo>
                    <a:pt x="584371" y="183368"/>
                  </a:lnTo>
                  <a:lnTo>
                    <a:pt x="286451" y="0"/>
                  </a:lnTo>
                  <a:lnTo>
                    <a:pt x="197634" y="88817"/>
                  </a:lnTo>
                  <a:lnTo>
                    <a:pt x="0" y="106020"/>
                  </a:lnTo>
                  <a:lnTo>
                    <a:pt x="85949" y="484085"/>
                  </a:lnTo>
                  <a:lnTo>
                    <a:pt x="280716" y="521360"/>
                  </a:lnTo>
                  <a:lnTo>
                    <a:pt x="354777" y="690321"/>
                  </a:lnTo>
                  <a:lnTo>
                    <a:pt x="733331" y="484085"/>
                  </a:lnTo>
                  <a:close/>
                </a:path>
              </a:pathLst>
            </a:custGeom>
            <a:solidFill>
              <a:srgbClr val="FFB1A5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ïŝľï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E9097D4-319D-42F7-B112-D27192BE27E4}"/>
                </a:ext>
              </a:extLst>
            </p:cNvPr>
            <p:cNvSpPr/>
            <p:nvPr/>
          </p:nvSpPr>
          <p:spPr>
            <a:xfrm>
              <a:off x="4148086" y="3184202"/>
              <a:ext cx="441005" cy="360091"/>
            </a:xfrm>
            <a:custGeom>
              <a:avLst/>
              <a:gdLst>
                <a:gd name="connsiteX0" fmla="*/ 441006 w 441005"/>
                <a:gd name="connsiteY0" fmla="*/ 153855 h 360091"/>
                <a:gd name="connsiteX1" fmla="*/ 62451 w 441005"/>
                <a:gd name="connsiteY1" fmla="*/ 360092 h 360091"/>
                <a:gd name="connsiteX2" fmla="*/ 0 w 441005"/>
                <a:gd name="connsiteY2" fmla="*/ 217635 h 360091"/>
                <a:gd name="connsiteX3" fmla="*/ 364777 w 441005"/>
                <a:gd name="connsiteY3" fmla="*/ 0 h 360091"/>
                <a:gd name="connsiteX4" fmla="*/ 441006 w 441005"/>
                <a:gd name="connsiteY4" fmla="*/ 153855 h 36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005" h="360091">
                  <a:moveTo>
                    <a:pt x="441006" y="153855"/>
                  </a:moveTo>
                  <a:lnTo>
                    <a:pt x="62451" y="360092"/>
                  </a:lnTo>
                  <a:lnTo>
                    <a:pt x="0" y="217635"/>
                  </a:lnTo>
                  <a:lnTo>
                    <a:pt x="364777" y="0"/>
                  </a:lnTo>
                  <a:lnTo>
                    <a:pt x="441006" y="153855"/>
                  </a:lnTo>
                  <a:close/>
                </a:path>
              </a:pathLst>
            </a:custGeom>
            <a:solidFill>
              <a:srgbClr val="E2837F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ísl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A313A5E-B02B-4C3D-B2C3-B0912EA0695B}"/>
                </a:ext>
              </a:extLst>
            </p:cNvPr>
            <p:cNvSpPr/>
            <p:nvPr/>
          </p:nvSpPr>
          <p:spPr>
            <a:xfrm>
              <a:off x="3987587" y="2942789"/>
              <a:ext cx="171828" cy="103653"/>
            </a:xfrm>
            <a:custGeom>
              <a:avLst/>
              <a:gdLst>
                <a:gd name="connsiteX0" fmla="*/ 65228 w 171828"/>
                <a:gd name="connsiteY0" fmla="*/ -186 h 103653"/>
                <a:gd name="connsiteX1" fmla="*/ -650 w 171828"/>
                <a:gd name="connsiteY1" fmla="*/ 59957 h 103653"/>
                <a:gd name="connsiteX2" fmla="*/ 88097 w 171828"/>
                <a:gd name="connsiteY2" fmla="*/ 102967 h 103653"/>
                <a:gd name="connsiteX3" fmla="*/ 171179 w 171828"/>
                <a:gd name="connsiteY3" fmla="*/ 51635 h 10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828" h="103653">
                  <a:moveTo>
                    <a:pt x="65228" y="-186"/>
                  </a:moveTo>
                  <a:lnTo>
                    <a:pt x="-650" y="59957"/>
                  </a:lnTo>
                  <a:cubicBezTo>
                    <a:pt x="-650" y="59957"/>
                    <a:pt x="50892" y="108911"/>
                    <a:pt x="88097" y="102967"/>
                  </a:cubicBezTo>
                  <a:cubicBezTo>
                    <a:pt x="125302" y="97022"/>
                    <a:pt x="171179" y="51635"/>
                    <a:pt x="171179" y="51635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îS1i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E918F76-67E7-4542-9EAB-7E6A4BFB767A}"/>
                </a:ext>
              </a:extLst>
            </p:cNvPr>
            <p:cNvSpPr/>
            <p:nvPr/>
          </p:nvSpPr>
          <p:spPr>
            <a:xfrm>
              <a:off x="4104656" y="3035871"/>
              <a:ext cx="222810" cy="119848"/>
            </a:xfrm>
            <a:custGeom>
              <a:avLst/>
              <a:gdLst>
                <a:gd name="connsiteX0" fmla="*/ 222161 w 222810"/>
                <a:gd name="connsiteY0" fmla="*/ 118702 h 119848"/>
                <a:gd name="connsiteX1" fmla="*/ -650 w 222810"/>
                <a:gd name="connsiteY1" fmla="*/ -186 h 119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2810" h="119848">
                  <a:moveTo>
                    <a:pt x="222161" y="118702"/>
                  </a:moveTo>
                  <a:cubicBezTo>
                    <a:pt x="222161" y="118702"/>
                    <a:pt x="59144" y="138354"/>
                    <a:pt x="-650" y="-186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îṣḻï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D3E56F1-21B6-4E3A-8262-CDD07FBAC0B1}"/>
                </a:ext>
              </a:extLst>
            </p:cNvPr>
            <p:cNvSpPr/>
            <p:nvPr/>
          </p:nvSpPr>
          <p:spPr>
            <a:xfrm>
              <a:off x="3877440" y="3032025"/>
              <a:ext cx="149379" cy="23288"/>
            </a:xfrm>
            <a:custGeom>
              <a:avLst/>
              <a:gdLst>
                <a:gd name="connsiteX0" fmla="*/ 149380 w 149379"/>
                <a:gd name="connsiteY0" fmla="*/ 0 h 23288"/>
                <a:gd name="connsiteX1" fmla="*/ 0 w 149379"/>
                <a:gd name="connsiteY1" fmla="*/ 23288 h 23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379" h="23288">
                  <a:moveTo>
                    <a:pt x="149380" y="0"/>
                  </a:moveTo>
                  <a:lnTo>
                    <a:pt x="0" y="2328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îSľiḑ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BCA438D-51DA-4A72-AD6E-ED483138FFE3}"/>
                </a:ext>
              </a:extLst>
            </p:cNvPr>
            <p:cNvSpPr/>
            <p:nvPr/>
          </p:nvSpPr>
          <p:spPr>
            <a:xfrm>
              <a:off x="3901917" y="3095665"/>
              <a:ext cx="243091" cy="67276"/>
            </a:xfrm>
            <a:custGeom>
              <a:avLst/>
              <a:gdLst>
                <a:gd name="connsiteX0" fmla="*/ 243092 w 243091"/>
                <a:gd name="connsiteY0" fmla="*/ 0 h 67276"/>
                <a:gd name="connsiteX1" fmla="*/ 0 w 243091"/>
                <a:gd name="connsiteY1" fmla="*/ 67277 h 6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091" h="67276">
                  <a:moveTo>
                    <a:pt x="243092" y="0"/>
                  </a:moveTo>
                  <a:lnTo>
                    <a:pt x="0" y="67277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ïšlïd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F7E0ABD-8422-46ED-9E87-C9D97BDFD85B}"/>
                </a:ext>
              </a:extLst>
            </p:cNvPr>
            <p:cNvSpPr/>
            <p:nvPr/>
          </p:nvSpPr>
          <p:spPr>
            <a:xfrm>
              <a:off x="4121231" y="3119932"/>
              <a:ext cx="120286" cy="193298"/>
            </a:xfrm>
            <a:custGeom>
              <a:avLst/>
              <a:gdLst>
                <a:gd name="connsiteX0" fmla="*/ 53710 w 120286"/>
                <a:gd name="connsiteY0" fmla="*/ 0 h 193298"/>
                <a:gd name="connsiteX1" fmla="*/ 120287 w 120286"/>
                <a:gd name="connsiteY1" fmla="*/ 115042 h 193298"/>
                <a:gd name="connsiteX2" fmla="*/ 0 w 120286"/>
                <a:gd name="connsiteY2" fmla="*/ 193298 h 19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286" h="193298">
                  <a:moveTo>
                    <a:pt x="53710" y="0"/>
                  </a:moveTo>
                  <a:lnTo>
                    <a:pt x="120287" y="115042"/>
                  </a:lnTo>
                  <a:lnTo>
                    <a:pt x="0" y="193298"/>
                  </a:ln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i$ļi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E0C465BE-2AFD-4810-A8D2-1316BF1908A1}"/>
                </a:ext>
              </a:extLst>
            </p:cNvPr>
            <p:cNvSpPr/>
            <p:nvPr/>
          </p:nvSpPr>
          <p:spPr>
            <a:xfrm>
              <a:off x="3925765" y="3155669"/>
              <a:ext cx="265890" cy="112314"/>
            </a:xfrm>
            <a:custGeom>
              <a:avLst/>
              <a:gdLst>
                <a:gd name="connsiteX0" fmla="*/ 265890 w 265890"/>
                <a:gd name="connsiteY0" fmla="*/ 0 h 112314"/>
                <a:gd name="connsiteX1" fmla="*/ 0 w 265890"/>
                <a:gd name="connsiteY1" fmla="*/ 112315 h 112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5890" h="112314">
                  <a:moveTo>
                    <a:pt x="265890" y="0"/>
                  </a:moveTo>
                  <a:lnTo>
                    <a:pt x="0" y="112315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i$lí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0979855-4A38-4D2E-BF52-E72DF3BB1B1E}"/>
                </a:ext>
              </a:extLst>
            </p:cNvPr>
            <p:cNvSpPr/>
            <p:nvPr/>
          </p:nvSpPr>
          <p:spPr>
            <a:xfrm>
              <a:off x="4159275" y="2988526"/>
              <a:ext cx="3420435" cy="2661522"/>
            </a:xfrm>
            <a:custGeom>
              <a:avLst/>
              <a:gdLst>
                <a:gd name="connsiteX0" fmla="*/ 3413961 w 3420435"/>
                <a:gd name="connsiteY0" fmla="*/ 1766423 h 2661522"/>
                <a:gd name="connsiteX1" fmla="*/ 2905959 w 3420435"/>
                <a:gd name="connsiteY1" fmla="*/ 490542 h 2661522"/>
                <a:gd name="connsiteX2" fmla="*/ 2429356 w 3420435"/>
                <a:gd name="connsiteY2" fmla="*/ 154438 h 2661522"/>
                <a:gd name="connsiteX3" fmla="*/ 2123184 w 3420435"/>
                <a:gd name="connsiteY3" fmla="*/ -186 h 2661522"/>
                <a:gd name="connsiteX4" fmla="*/ 1737287 w 3420435"/>
                <a:gd name="connsiteY4" fmla="*/ 120101 h 2661522"/>
                <a:gd name="connsiteX5" fmla="*/ 1206416 w 3420435"/>
                <a:gd name="connsiteY5" fmla="*/ 433266 h 2661522"/>
                <a:gd name="connsiteX6" fmla="*/ 767019 w 3420435"/>
                <a:gd name="connsiteY6" fmla="*/ 918470 h 2661522"/>
                <a:gd name="connsiteX7" fmla="*/ 404200 w 3420435"/>
                <a:gd name="connsiteY7" fmla="*/ 246262 h 2661522"/>
                <a:gd name="connsiteX8" fmla="*/ -650 w 3420435"/>
                <a:gd name="connsiteY8" fmla="*/ 483059 h 2661522"/>
                <a:gd name="connsiteX9" fmla="*/ 480568 w 3420435"/>
                <a:gd name="connsiteY9" fmla="*/ 1816007 h 2661522"/>
                <a:gd name="connsiteX10" fmla="*/ 1007663 w 3420435"/>
                <a:gd name="connsiteY10" fmla="*/ 1823630 h 2661522"/>
                <a:gd name="connsiteX11" fmla="*/ 982626 w 3420435"/>
                <a:gd name="connsiteY11" fmla="*/ 2264216 h 2661522"/>
                <a:gd name="connsiteX12" fmla="*/ 2944003 w 3420435"/>
                <a:gd name="connsiteY12" fmla="*/ 2399399 h 2661522"/>
                <a:gd name="connsiteX13" fmla="*/ 2944003 w 3420435"/>
                <a:gd name="connsiteY13" fmla="*/ 2102178 h 2661522"/>
                <a:gd name="connsiteX14" fmla="*/ 3312767 w 3420435"/>
                <a:gd name="connsiteY14" fmla="*/ 1965666 h 2661522"/>
                <a:gd name="connsiteX15" fmla="*/ 3413961 w 3420435"/>
                <a:gd name="connsiteY15" fmla="*/ 1766423 h 2661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0435" h="2661522">
                  <a:moveTo>
                    <a:pt x="3413961" y="1766423"/>
                  </a:moveTo>
                  <a:cubicBezTo>
                    <a:pt x="3477461" y="1230867"/>
                    <a:pt x="3002887" y="673560"/>
                    <a:pt x="2905959" y="490542"/>
                  </a:cubicBezTo>
                  <a:cubicBezTo>
                    <a:pt x="2802876" y="295776"/>
                    <a:pt x="2429356" y="154438"/>
                    <a:pt x="2429356" y="154438"/>
                  </a:cubicBezTo>
                  <a:cubicBezTo>
                    <a:pt x="2369003" y="24640"/>
                    <a:pt x="2123184" y="-186"/>
                    <a:pt x="2123184" y="-186"/>
                  </a:cubicBezTo>
                  <a:cubicBezTo>
                    <a:pt x="1699453" y="28487"/>
                    <a:pt x="1737287" y="120101"/>
                    <a:pt x="1737287" y="120101"/>
                  </a:cubicBezTo>
                  <a:cubicBezTo>
                    <a:pt x="1412652" y="196469"/>
                    <a:pt x="1206416" y="433266"/>
                    <a:pt x="1206416" y="433266"/>
                  </a:cubicBezTo>
                  <a:lnTo>
                    <a:pt x="767019" y="918470"/>
                  </a:lnTo>
                  <a:lnTo>
                    <a:pt x="404200" y="246262"/>
                  </a:lnTo>
                  <a:lnTo>
                    <a:pt x="-650" y="483059"/>
                  </a:lnTo>
                  <a:cubicBezTo>
                    <a:pt x="-650" y="483059"/>
                    <a:pt x="197964" y="1594455"/>
                    <a:pt x="480568" y="1816007"/>
                  </a:cubicBezTo>
                  <a:cubicBezTo>
                    <a:pt x="763173" y="2037559"/>
                    <a:pt x="1007663" y="1823630"/>
                    <a:pt x="1007663" y="1823630"/>
                  </a:cubicBezTo>
                  <a:lnTo>
                    <a:pt x="982626" y="2264216"/>
                  </a:lnTo>
                  <a:cubicBezTo>
                    <a:pt x="1534415" y="2738482"/>
                    <a:pt x="2332358" y="2793478"/>
                    <a:pt x="2944003" y="2399399"/>
                  </a:cubicBezTo>
                  <a:lnTo>
                    <a:pt x="2944003" y="2102178"/>
                  </a:lnTo>
                  <a:cubicBezTo>
                    <a:pt x="3122336" y="2102178"/>
                    <a:pt x="3241923" y="2029726"/>
                    <a:pt x="3312767" y="1965666"/>
                  </a:cubicBezTo>
                  <a:cubicBezTo>
                    <a:pt x="3369483" y="1913677"/>
                    <a:pt x="3405429" y="1842890"/>
                    <a:pt x="3413961" y="1766423"/>
                  </a:cubicBezTo>
                  <a:close/>
                </a:path>
              </a:pathLst>
            </a:custGeom>
            <a:gradFill>
              <a:gsLst>
                <a:gs pos="0">
                  <a:srgbClr val="ED5983"/>
                </a:gs>
                <a:gs pos="74000">
                  <a:srgbClr val="F84646"/>
                </a:gs>
              </a:gsLst>
              <a:lin ang="2700000" scaled="1"/>
            </a:gradFill>
            <a:ln w="7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íšļî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BAAA2A-DE34-4EB9-975D-39D970F9DFB8}"/>
                </a:ext>
              </a:extLst>
            </p:cNvPr>
            <p:cNvSpPr/>
            <p:nvPr/>
          </p:nvSpPr>
          <p:spPr>
            <a:xfrm>
              <a:off x="5896443" y="3048739"/>
              <a:ext cx="488700" cy="2601554"/>
            </a:xfrm>
            <a:custGeom>
              <a:avLst/>
              <a:gdLst>
                <a:gd name="connsiteX0" fmla="*/ -650 w 488700"/>
                <a:gd name="connsiteY0" fmla="*/ 2570668 h 2601554"/>
                <a:gd name="connsiteX1" fmla="*/ 316642 w 488700"/>
                <a:gd name="connsiteY1" fmla="*/ 2601369 h 2601554"/>
                <a:gd name="connsiteX2" fmla="*/ 375247 w 488700"/>
                <a:gd name="connsiteY2" fmla="*/ 2600250 h 2601554"/>
                <a:gd name="connsiteX3" fmla="*/ 488051 w 488700"/>
                <a:gd name="connsiteY3" fmla="*/ -186 h 2601554"/>
                <a:gd name="connsiteX4" fmla="*/ 202369 w 488700"/>
                <a:gd name="connsiteY4" fmla="*/ -186 h 260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700" h="2601554">
                  <a:moveTo>
                    <a:pt x="-650" y="2570668"/>
                  </a:moveTo>
                  <a:cubicBezTo>
                    <a:pt x="103881" y="2591102"/>
                    <a:pt x="210139" y="2601383"/>
                    <a:pt x="316642" y="2601369"/>
                  </a:cubicBezTo>
                  <a:cubicBezTo>
                    <a:pt x="336293" y="2601369"/>
                    <a:pt x="355735" y="2600879"/>
                    <a:pt x="375247" y="2600250"/>
                  </a:cubicBezTo>
                  <a:lnTo>
                    <a:pt x="488051" y="-186"/>
                  </a:lnTo>
                  <a:lnTo>
                    <a:pt x="202369" y="-186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íšľï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C07AECC-0E4D-4FB7-9D8C-460C604ED0F9}"/>
                </a:ext>
              </a:extLst>
            </p:cNvPr>
            <p:cNvSpPr/>
            <p:nvPr/>
          </p:nvSpPr>
          <p:spPr>
            <a:xfrm>
              <a:off x="6491094" y="3143290"/>
              <a:ext cx="184710" cy="349461"/>
            </a:xfrm>
            <a:custGeom>
              <a:avLst/>
              <a:gdLst>
                <a:gd name="connsiteX0" fmla="*/ 97537 w 184710"/>
                <a:gd name="connsiteY0" fmla="*/ -186 h 349461"/>
                <a:gd name="connsiteX1" fmla="*/ 182648 w 184710"/>
                <a:gd name="connsiteY1" fmla="*/ 234723 h 349461"/>
                <a:gd name="connsiteX2" fmla="*/ -650 w 184710"/>
                <a:gd name="connsiteY2" fmla="*/ 349275 h 349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710" h="349461">
                  <a:moveTo>
                    <a:pt x="97537" y="-186"/>
                  </a:moveTo>
                  <a:cubicBezTo>
                    <a:pt x="97537" y="-186"/>
                    <a:pt x="196985" y="183181"/>
                    <a:pt x="182648" y="234723"/>
                  </a:cubicBezTo>
                  <a:cubicBezTo>
                    <a:pt x="168311" y="286265"/>
                    <a:pt x="-650" y="349275"/>
                    <a:pt x="-650" y="349275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i$ļï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517A4-22AA-4627-BC44-7E2804D2627A}"/>
                </a:ext>
              </a:extLst>
            </p:cNvPr>
            <p:cNvSpPr/>
            <p:nvPr/>
          </p:nvSpPr>
          <p:spPr>
            <a:xfrm>
              <a:off x="6350736" y="3530027"/>
              <a:ext cx="316022" cy="885088"/>
            </a:xfrm>
            <a:custGeom>
              <a:avLst/>
              <a:gdLst>
                <a:gd name="connsiteX0" fmla="*/ 196495 w 316022"/>
                <a:gd name="connsiteY0" fmla="*/ -186 h 885088"/>
                <a:gd name="connsiteX1" fmla="*/ 311606 w 316022"/>
                <a:gd name="connsiteY1" fmla="*/ 185979 h 885088"/>
                <a:gd name="connsiteX2" fmla="*/ -650 w 316022"/>
                <a:gd name="connsiteY2" fmla="*/ 884902 h 88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022" h="885088">
                  <a:moveTo>
                    <a:pt x="196495" y="-186"/>
                  </a:moveTo>
                  <a:cubicBezTo>
                    <a:pt x="196495" y="-186"/>
                    <a:pt x="340209" y="111709"/>
                    <a:pt x="311606" y="185979"/>
                  </a:cubicBezTo>
                  <a:cubicBezTo>
                    <a:pt x="283004" y="260249"/>
                    <a:pt x="-650" y="884902"/>
                    <a:pt x="-650" y="884902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íṧḻi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2C649C4-6E1D-4F0C-AE60-7F167EA577AC}"/>
                </a:ext>
              </a:extLst>
            </p:cNvPr>
            <p:cNvSpPr/>
            <p:nvPr/>
          </p:nvSpPr>
          <p:spPr>
            <a:xfrm>
              <a:off x="5746364" y="3108953"/>
              <a:ext cx="203368" cy="366385"/>
            </a:xfrm>
            <a:custGeom>
              <a:avLst/>
              <a:gdLst>
                <a:gd name="connsiteX0" fmla="*/ 150198 w 203368"/>
                <a:gd name="connsiteY0" fmla="*/ -186 h 366385"/>
                <a:gd name="connsiteX1" fmla="*/ -650 w 203368"/>
                <a:gd name="connsiteY1" fmla="*/ 274795 h 366385"/>
                <a:gd name="connsiteX2" fmla="*/ 202719 w 203368"/>
                <a:gd name="connsiteY2" fmla="*/ 366200 h 36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368" h="366385">
                  <a:moveTo>
                    <a:pt x="150198" y="-186"/>
                  </a:moveTo>
                  <a:cubicBezTo>
                    <a:pt x="150198" y="-186"/>
                    <a:pt x="-650" y="220387"/>
                    <a:pt x="-650" y="274795"/>
                  </a:cubicBezTo>
                  <a:cubicBezTo>
                    <a:pt x="-650" y="329204"/>
                    <a:pt x="202719" y="366200"/>
                    <a:pt x="202719" y="366200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íṥľiď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547199-352B-44A0-855C-8D21C74FCBCF}"/>
                </a:ext>
              </a:extLst>
            </p:cNvPr>
            <p:cNvSpPr/>
            <p:nvPr/>
          </p:nvSpPr>
          <p:spPr>
            <a:xfrm>
              <a:off x="5746322" y="3492752"/>
              <a:ext cx="203668" cy="922013"/>
            </a:xfrm>
            <a:custGeom>
              <a:avLst/>
              <a:gdLst>
                <a:gd name="connsiteX0" fmla="*/ 142618 w 203668"/>
                <a:gd name="connsiteY0" fmla="*/ -186 h 922013"/>
                <a:gd name="connsiteX1" fmla="*/ -608 w 203668"/>
                <a:gd name="connsiteY1" fmla="*/ 251577 h 922013"/>
                <a:gd name="connsiteX2" fmla="*/ 202761 w 203668"/>
                <a:gd name="connsiteY2" fmla="*/ 921827 h 92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8" h="922013">
                  <a:moveTo>
                    <a:pt x="142618" y="-186"/>
                  </a:moveTo>
                  <a:cubicBezTo>
                    <a:pt x="142618" y="-186"/>
                    <a:pt x="-3475" y="194651"/>
                    <a:pt x="-608" y="251577"/>
                  </a:cubicBezTo>
                  <a:cubicBezTo>
                    <a:pt x="2259" y="308504"/>
                    <a:pt x="211363" y="844480"/>
                    <a:pt x="202761" y="921827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íSlî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8038509-BE7C-4160-A9CE-0E5D4D20DFF0}"/>
                </a:ext>
              </a:extLst>
            </p:cNvPr>
            <p:cNvSpPr/>
            <p:nvPr/>
          </p:nvSpPr>
          <p:spPr>
            <a:xfrm>
              <a:off x="5167727" y="3839416"/>
              <a:ext cx="151827" cy="972925"/>
            </a:xfrm>
            <a:custGeom>
              <a:avLst/>
              <a:gdLst>
                <a:gd name="connsiteX0" fmla="*/ -650 w 151827"/>
                <a:gd name="connsiteY0" fmla="*/ 972739 h 972925"/>
                <a:gd name="connsiteX1" fmla="*/ 151178 w 151827"/>
                <a:gd name="connsiteY1" fmla="*/ -186 h 97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1827" h="972925">
                  <a:moveTo>
                    <a:pt x="-650" y="972739"/>
                  </a:moveTo>
                  <a:cubicBezTo>
                    <a:pt x="-650" y="972739"/>
                    <a:pt x="108168" y="105554"/>
                    <a:pt x="151178" y="-186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ïsľí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30131E71-E1FD-4D0C-9846-5DBFA7E7EB94}"/>
                </a:ext>
              </a:extLst>
            </p:cNvPr>
            <p:cNvSpPr/>
            <p:nvPr/>
          </p:nvSpPr>
          <p:spPr>
            <a:xfrm>
              <a:off x="4926944" y="3907182"/>
              <a:ext cx="89514" cy="336104"/>
            </a:xfrm>
            <a:custGeom>
              <a:avLst/>
              <a:gdLst>
                <a:gd name="connsiteX0" fmla="*/ -650 w 89514"/>
                <a:gd name="connsiteY0" fmla="*/ -186 h 336104"/>
                <a:gd name="connsiteX1" fmla="*/ 76697 w 89514"/>
                <a:gd name="connsiteY1" fmla="*/ 335918 h 336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514" h="336104">
                  <a:moveTo>
                    <a:pt x="-650" y="-186"/>
                  </a:moveTo>
                  <a:cubicBezTo>
                    <a:pt x="-650" y="-186"/>
                    <a:pt x="128239" y="178356"/>
                    <a:pt x="76697" y="335918"/>
                  </a:cubicBezTo>
                </a:path>
              </a:pathLst>
            </a:custGeom>
            <a:noFill/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î$ḷí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C3C18A9-BED7-4B5C-8E07-46AA8274C7DE}"/>
                </a:ext>
              </a:extLst>
            </p:cNvPr>
            <p:cNvSpPr/>
            <p:nvPr/>
          </p:nvSpPr>
          <p:spPr>
            <a:xfrm>
              <a:off x="6071628" y="3222316"/>
              <a:ext cx="297850" cy="116020"/>
            </a:xfrm>
            <a:custGeom>
              <a:avLst/>
              <a:gdLst>
                <a:gd name="connsiteX0" fmla="*/ 297850 w 297850"/>
                <a:gd name="connsiteY0" fmla="*/ 116021 h 116020"/>
                <a:gd name="connsiteX1" fmla="*/ 138260 w 297850"/>
                <a:gd name="connsiteY1" fmla="*/ 0 h 116020"/>
                <a:gd name="connsiteX2" fmla="*/ 0 w 297850"/>
                <a:gd name="connsiteY2" fmla="*/ 110076 h 1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7850" h="116020">
                  <a:moveTo>
                    <a:pt x="297850" y="116021"/>
                  </a:moveTo>
                  <a:lnTo>
                    <a:pt x="138260" y="0"/>
                  </a:lnTo>
                  <a:lnTo>
                    <a:pt x="0" y="110076"/>
                  </a:lnTo>
                </a:path>
              </a:pathLst>
            </a:custGeom>
            <a:noFill/>
            <a:ln w="6984" cap="rnd">
              <a:gradFill>
                <a:gsLst>
                  <a:gs pos="0">
                    <a:srgbClr val="F4EBFD"/>
                  </a:gs>
                  <a:gs pos="100000">
                    <a:srgbClr val="B67EF4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i$ḷí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613A655-3A22-47C5-80A3-6A5121E19896}"/>
                </a:ext>
              </a:extLst>
            </p:cNvPr>
            <p:cNvSpPr/>
            <p:nvPr/>
          </p:nvSpPr>
          <p:spPr>
            <a:xfrm>
              <a:off x="6028618" y="3222316"/>
              <a:ext cx="271414" cy="1471556"/>
            </a:xfrm>
            <a:custGeom>
              <a:avLst/>
              <a:gdLst>
                <a:gd name="connsiteX0" fmla="*/ 144484 w 271414"/>
                <a:gd name="connsiteY0" fmla="*/ 133015 h 1471556"/>
                <a:gd name="connsiteX1" fmla="*/ 98957 w 271414"/>
                <a:gd name="connsiteY1" fmla="*/ 65528 h 1471556"/>
                <a:gd name="connsiteX2" fmla="*/ 181270 w 271414"/>
                <a:gd name="connsiteY2" fmla="*/ 0 h 1471556"/>
                <a:gd name="connsiteX3" fmla="*/ 271415 w 271414"/>
                <a:gd name="connsiteY3" fmla="*/ 65528 h 1471556"/>
                <a:gd name="connsiteX4" fmla="*/ 211621 w 271414"/>
                <a:gd name="connsiteY4" fmla="*/ 137840 h 1471556"/>
                <a:gd name="connsiteX5" fmla="*/ 239245 w 271414"/>
                <a:gd name="connsiteY5" fmla="*/ 1383719 h 1471556"/>
                <a:gd name="connsiteX6" fmla="*/ 115042 w 271414"/>
                <a:gd name="connsiteY6" fmla="*/ 1471557 h 1471556"/>
                <a:gd name="connsiteX7" fmla="*/ 0 w 271414"/>
                <a:gd name="connsiteY7" fmla="*/ 1371691 h 1471556"/>
                <a:gd name="connsiteX8" fmla="*/ 144484 w 271414"/>
                <a:gd name="connsiteY8" fmla="*/ 133015 h 147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1414" h="1471556">
                  <a:moveTo>
                    <a:pt x="144484" y="133015"/>
                  </a:moveTo>
                  <a:lnTo>
                    <a:pt x="98957" y="65528"/>
                  </a:lnTo>
                  <a:lnTo>
                    <a:pt x="181270" y="0"/>
                  </a:lnTo>
                  <a:lnTo>
                    <a:pt x="271415" y="65528"/>
                  </a:lnTo>
                  <a:lnTo>
                    <a:pt x="211621" y="137840"/>
                  </a:lnTo>
                  <a:lnTo>
                    <a:pt x="239245" y="1383719"/>
                  </a:lnTo>
                  <a:lnTo>
                    <a:pt x="115042" y="1471557"/>
                  </a:lnTo>
                  <a:lnTo>
                    <a:pt x="0" y="1371691"/>
                  </a:lnTo>
                  <a:lnTo>
                    <a:pt x="144484" y="133015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B983F5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ï$ļ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19EB066-3E94-47C4-A7F6-2D998B9547B3}"/>
                </a:ext>
              </a:extLst>
            </p:cNvPr>
            <p:cNvSpPr/>
            <p:nvPr/>
          </p:nvSpPr>
          <p:spPr>
            <a:xfrm>
              <a:off x="7012384" y="3839346"/>
              <a:ext cx="91683" cy="1251753"/>
            </a:xfrm>
            <a:custGeom>
              <a:avLst/>
              <a:gdLst>
                <a:gd name="connsiteX0" fmla="*/ 91684 w 91683"/>
                <a:gd name="connsiteY0" fmla="*/ 1251753 h 1251753"/>
                <a:gd name="connsiteX1" fmla="*/ 0 w 91683"/>
                <a:gd name="connsiteY1" fmla="*/ 0 h 125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683" h="1251753">
                  <a:moveTo>
                    <a:pt x="91684" y="1251753"/>
                  </a:moveTo>
                  <a:lnTo>
                    <a:pt x="0" y="0"/>
                  </a:lnTo>
                </a:path>
              </a:pathLst>
            </a:custGeom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í$1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4C8B657-DEDC-483E-A167-4DAF9A64ADF4}"/>
                </a:ext>
              </a:extLst>
            </p:cNvPr>
            <p:cNvSpPr/>
            <p:nvPr/>
          </p:nvSpPr>
          <p:spPr>
            <a:xfrm>
              <a:off x="4198858" y="3401698"/>
              <a:ext cx="455411" cy="265890"/>
            </a:xfrm>
            <a:custGeom>
              <a:avLst/>
              <a:gdLst>
                <a:gd name="connsiteX0" fmla="*/ 455412 w 455411"/>
                <a:gd name="connsiteY0" fmla="*/ 0 h 265890"/>
                <a:gd name="connsiteX1" fmla="*/ 0 w 455411"/>
                <a:gd name="connsiteY1" fmla="*/ 265890 h 2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5411" h="265890">
                  <a:moveTo>
                    <a:pt x="455412" y="0"/>
                  </a:moveTo>
                  <a:lnTo>
                    <a:pt x="0" y="265890"/>
                  </a:lnTo>
                </a:path>
              </a:pathLst>
            </a:custGeom>
            <a:ln w="698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ïṩľïd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F830FC6-3C60-439F-BAD2-1775172F3049}"/>
                </a:ext>
              </a:extLst>
            </p:cNvPr>
            <p:cNvSpPr/>
            <p:nvPr/>
          </p:nvSpPr>
          <p:spPr>
            <a:xfrm>
              <a:off x="6097712" y="2767044"/>
              <a:ext cx="295963" cy="443057"/>
            </a:xfrm>
            <a:custGeom>
              <a:avLst/>
              <a:gdLst>
                <a:gd name="connsiteX0" fmla="*/ 295314 w 295963"/>
                <a:gd name="connsiteY0" fmla="*/ -116 h 443057"/>
                <a:gd name="connsiteX1" fmla="*/ 285803 w 295963"/>
                <a:gd name="connsiteY1" fmla="*/ 358926 h 443057"/>
                <a:gd name="connsiteX2" fmla="*/ 123485 w 295963"/>
                <a:gd name="connsiteY2" fmla="*/ 442847 h 443057"/>
                <a:gd name="connsiteX3" fmla="*/ -648 w 295963"/>
                <a:gd name="connsiteY3" fmla="*/ 343541 h 443057"/>
                <a:gd name="connsiteX4" fmla="*/ 8933 w 295963"/>
                <a:gd name="connsiteY4" fmla="*/ -186 h 4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63" h="443057">
                  <a:moveTo>
                    <a:pt x="295314" y="-116"/>
                  </a:moveTo>
                  <a:lnTo>
                    <a:pt x="285803" y="358926"/>
                  </a:lnTo>
                  <a:cubicBezTo>
                    <a:pt x="285803" y="358926"/>
                    <a:pt x="249507" y="441029"/>
                    <a:pt x="123485" y="442847"/>
                  </a:cubicBezTo>
                  <a:cubicBezTo>
                    <a:pt x="-2536" y="444666"/>
                    <a:pt x="-648" y="343541"/>
                    <a:pt x="-648" y="343541"/>
                  </a:cubicBezTo>
                  <a:lnTo>
                    <a:pt x="8933" y="-186"/>
                  </a:ln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íşľî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4E16316-2CF1-424C-A967-EDF9A032D694}"/>
                </a:ext>
              </a:extLst>
            </p:cNvPr>
            <p:cNvSpPr/>
            <p:nvPr/>
          </p:nvSpPr>
          <p:spPr>
            <a:xfrm>
              <a:off x="6101840" y="2767114"/>
              <a:ext cx="292115" cy="255751"/>
            </a:xfrm>
            <a:custGeom>
              <a:avLst/>
              <a:gdLst>
                <a:gd name="connsiteX0" fmla="*/ -650 w 292115"/>
                <a:gd name="connsiteY0" fmla="*/ 205700 h 255751"/>
                <a:gd name="connsiteX1" fmla="*/ 165234 w 292115"/>
                <a:gd name="connsiteY1" fmla="*/ 255494 h 255751"/>
                <a:gd name="connsiteX2" fmla="*/ 285382 w 292115"/>
                <a:gd name="connsiteY2" fmla="*/ 229548 h 255751"/>
                <a:gd name="connsiteX3" fmla="*/ 291466 w 292115"/>
                <a:gd name="connsiteY3" fmla="*/ -186 h 255751"/>
                <a:gd name="connsiteX4" fmla="*/ 4735 w 292115"/>
                <a:gd name="connsiteY4" fmla="*/ -186 h 25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15" h="255751">
                  <a:moveTo>
                    <a:pt x="-650" y="205700"/>
                  </a:moveTo>
                  <a:cubicBezTo>
                    <a:pt x="39352" y="237311"/>
                    <a:pt x="93971" y="255494"/>
                    <a:pt x="165234" y="255494"/>
                  </a:cubicBezTo>
                  <a:cubicBezTo>
                    <a:pt x="206775" y="256465"/>
                    <a:pt x="247966" y="247577"/>
                    <a:pt x="285382" y="229548"/>
                  </a:cubicBezTo>
                  <a:lnTo>
                    <a:pt x="291466" y="-186"/>
                  </a:lnTo>
                  <a:lnTo>
                    <a:pt x="4735" y="-186"/>
                  </a:lnTo>
                  <a:close/>
                </a:path>
              </a:pathLst>
            </a:custGeom>
            <a:solidFill>
              <a:srgbClr val="FB7B5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îSľî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576016D-1F64-4A3C-A64B-262B58FF4930}"/>
                </a:ext>
              </a:extLst>
            </p:cNvPr>
            <p:cNvSpPr/>
            <p:nvPr/>
          </p:nvSpPr>
          <p:spPr>
            <a:xfrm>
              <a:off x="6469904" y="3859977"/>
              <a:ext cx="876766" cy="1107409"/>
            </a:xfrm>
            <a:custGeom>
              <a:avLst/>
              <a:gdLst>
                <a:gd name="connsiteX0" fmla="*/ 0 w 876766"/>
                <a:gd name="connsiteY0" fmla="*/ 1107409 h 1107409"/>
                <a:gd name="connsiteX1" fmla="*/ 744730 w 876766"/>
                <a:gd name="connsiteY1" fmla="*/ 1107409 h 1107409"/>
                <a:gd name="connsiteX2" fmla="*/ 876766 w 876766"/>
                <a:gd name="connsiteY2" fmla="*/ 0 h 1107409"/>
                <a:gd name="connsiteX3" fmla="*/ 132036 w 876766"/>
                <a:gd name="connsiteY3" fmla="*/ 0 h 1107409"/>
                <a:gd name="connsiteX4" fmla="*/ 0 w 876766"/>
                <a:gd name="connsiteY4" fmla="*/ 1107409 h 1107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66" h="1107409">
                  <a:moveTo>
                    <a:pt x="0" y="1107409"/>
                  </a:moveTo>
                  <a:lnTo>
                    <a:pt x="744730" y="1107409"/>
                  </a:lnTo>
                  <a:lnTo>
                    <a:pt x="876766" y="0"/>
                  </a:lnTo>
                  <a:lnTo>
                    <a:pt x="132036" y="0"/>
                  </a:lnTo>
                  <a:lnTo>
                    <a:pt x="0" y="1107409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ísḻ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65CDDAF-9348-44DB-96F2-C4592AD5F375}"/>
                </a:ext>
              </a:extLst>
            </p:cNvPr>
            <p:cNvSpPr/>
            <p:nvPr/>
          </p:nvSpPr>
          <p:spPr>
            <a:xfrm>
              <a:off x="6961681" y="4410919"/>
              <a:ext cx="494995" cy="568285"/>
            </a:xfrm>
            <a:custGeom>
              <a:avLst/>
              <a:gdLst>
                <a:gd name="connsiteX0" fmla="*/ 494995 w 494995"/>
                <a:gd name="connsiteY0" fmla="*/ 258827 h 568285"/>
                <a:gd name="connsiteX1" fmla="*/ 381981 w 494995"/>
                <a:gd name="connsiteY1" fmla="*/ 568286 h 568285"/>
                <a:gd name="connsiteX2" fmla="*/ 114482 w 494995"/>
                <a:gd name="connsiteY2" fmla="*/ 541571 h 568285"/>
                <a:gd name="connsiteX3" fmla="*/ 122245 w 494995"/>
                <a:gd name="connsiteY3" fmla="*/ 463594 h 568285"/>
                <a:gd name="connsiteX4" fmla="*/ 51052 w 494995"/>
                <a:gd name="connsiteY4" fmla="*/ 450726 h 568285"/>
                <a:gd name="connsiteX5" fmla="*/ 35457 w 494995"/>
                <a:gd name="connsiteY5" fmla="*/ 350301 h 568285"/>
                <a:gd name="connsiteX6" fmla="*/ 0 w 494995"/>
                <a:gd name="connsiteY6" fmla="*/ 345126 h 568285"/>
                <a:gd name="connsiteX7" fmla="*/ 629 w 494995"/>
                <a:gd name="connsiteY7" fmla="*/ 232322 h 568285"/>
                <a:gd name="connsiteX8" fmla="*/ 316942 w 494995"/>
                <a:gd name="connsiteY8" fmla="*/ 194347 h 568285"/>
                <a:gd name="connsiteX9" fmla="*/ 308620 w 494995"/>
                <a:gd name="connsiteY9" fmla="*/ 144554 h 568285"/>
                <a:gd name="connsiteX10" fmla="*/ 93922 w 494995"/>
                <a:gd name="connsiteY10" fmla="*/ 84690 h 568285"/>
                <a:gd name="connsiteX11" fmla="*/ 130148 w 494995"/>
                <a:gd name="connsiteY11" fmla="*/ 0 h 568285"/>
                <a:gd name="connsiteX12" fmla="*/ 428068 w 494995"/>
                <a:gd name="connsiteY12" fmla="*/ 54269 h 568285"/>
                <a:gd name="connsiteX13" fmla="*/ 494995 w 494995"/>
                <a:gd name="connsiteY13" fmla="*/ 258827 h 568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4995" h="568285">
                  <a:moveTo>
                    <a:pt x="494995" y="258827"/>
                  </a:moveTo>
                  <a:lnTo>
                    <a:pt x="381981" y="568286"/>
                  </a:lnTo>
                  <a:lnTo>
                    <a:pt x="114482" y="541571"/>
                  </a:lnTo>
                  <a:lnTo>
                    <a:pt x="122245" y="463594"/>
                  </a:lnTo>
                  <a:lnTo>
                    <a:pt x="51052" y="450726"/>
                  </a:lnTo>
                  <a:lnTo>
                    <a:pt x="35457" y="350301"/>
                  </a:lnTo>
                  <a:lnTo>
                    <a:pt x="0" y="345126"/>
                  </a:lnTo>
                  <a:lnTo>
                    <a:pt x="629" y="232322"/>
                  </a:lnTo>
                  <a:lnTo>
                    <a:pt x="316942" y="194347"/>
                  </a:lnTo>
                  <a:lnTo>
                    <a:pt x="308620" y="144554"/>
                  </a:lnTo>
                  <a:lnTo>
                    <a:pt x="93922" y="84690"/>
                  </a:lnTo>
                  <a:lnTo>
                    <a:pt x="130148" y="0"/>
                  </a:lnTo>
                  <a:lnTo>
                    <a:pt x="428068" y="54269"/>
                  </a:lnTo>
                  <a:lnTo>
                    <a:pt x="494995" y="258827"/>
                  </a:lnTo>
                  <a:close/>
                </a:path>
              </a:pathLst>
            </a:custGeom>
            <a:solidFill>
              <a:srgbClr val="FFB1A5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iṣḻíd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EDF1E1B-F245-44BC-8D86-023B60221684}"/>
                </a:ext>
              </a:extLst>
            </p:cNvPr>
            <p:cNvSpPr/>
            <p:nvPr/>
          </p:nvSpPr>
          <p:spPr>
            <a:xfrm>
              <a:off x="6997138" y="4761220"/>
              <a:ext cx="343167" cy="2377"/>
            </a:xfrm>
            <a:custGeom>
              <a:avLst/>
              <a:gdLst>
                <a:gd name="connsiteX0" fmla="*/ 0 w 343167"/>
                <a:gd name="connsiteY0" fmla="*/ 0 h 2377"/>
                <a:gd name="connsiteX1" fmla="*/ 343168 w 343167"/>
                <a:gd name="connsiteY1" fmla="*/ 2378 h 2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3167" h="2377">
                  <a:moveTo>
                    <a:pt x="0" y="0"/>
                  </a:moveTo>
                  <a:lnTo>
                    <a:pt x="343168" y="237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iṩḷí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1907F09-D6AA-41F3-84C5-0B030310F283}"/>
                </a:ext>
              </a:extLst>
            </p:cNvPr>
            <p:cNvSpPr/>
            <p:nvPr/>
          </p:nvSpPr>
          <p:spPr>
            <a:xfrm>
              <a:off x="7083927" y="4874513"/>
              <a:ext cx="208893" cy="20840"/>
            </a:xfrm>
            <a:custGeom>
              <a:avLst/>
              <a:gdLst>
                <a:gd name="connsiteX0" fmla="*/ 0 w 208893"/>
                <a:gd name="connsiteY0" fmla="*/ 0 h 20840"/>
                <a:gd name="connsiteX1" fmla="*/ 208894 w 208893"/>
                <a:gd name="connsiteY1" fmla="*/ 20840 h 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893" h="20840">
                  <a:moveTo>
                    <a:pt x="0" y="0"/>
                  </a:moveTo>
                  <a:lnTo>
                    <a:pt x="208894" y="2084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í$1íď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D33AF7B-00C5-45ED-8697-26B40BA02968}"/>
                </a:ext>
              </a:extLst>
            </p:cNvPr>
            <p:cNvSpPr/>
            <p:nvPr/>
          </p:nvSpPr>
          <p:spPr>
            <a:xfrm>
              <a:off x="7278624" y="4601350"/>
              <a:ext cx="58255" cy="3916"/>
            </a:xfrm>
            <a:custGeom>
              <a:avLst/>
              <a:gdLst>
                <a:gd name="connsiteX0" fmla="*/ 0 w 58255"/>
                <a:gd name="connsiteY0" fmla="*/ 3916 h 3916"/>
                <a:gd name="connsiteX1" fmla="*/ 58255 w 58255"/>
                <a:gd name="connsiteY1" fmla="*/ 0 h 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255" h="3916">
                  <a:moveTo>
                    <a:pt x="0" y="3916"/>
                  </a:moveTo>
                  <a:lnTo>
                    <a:pt x="58255" y="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îśḻî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6D10162-BCEB-4FD4-8D6F-72CC3B679A3F}"/>
                </a:ext>
              </a:extLst>
            </p:cNvPr>
            <p:cNvSpPr/>
            <p:nvPr/>
          </p:nvSpPr>
          <p:spPr>
            <a:xfrm>
              <a:off x="7539494" y="2064573"/>
              <a:ext cx="558691" cy="626858"/>
            </a:xfrm>
            <a:custGeom>
              <a:avLst/>
              <a:gdLst>
                <a:gd name="connsiteX0" fmla="*/ 503001 w 558691"/>
                <a:gd name="connsiteY0" fmla="*/ 529967 h 626858"/>
                <a:gd name="connsiteX1" fmla="*/ 277813 w 558691"/>
                <a:gd name="connsiteY1" fmla="*/ 620322 h 626858"/>
                <a:gd name="connsiteX2" fmla="*/ 163190 w 558691"/>
                <a:gd name="connsiteY2" fmla="*/ 571368 h 626858"/>
                <a:gd name="connsiteX3" fmla="*/ 453 w 558691"/>
                <a:gd name="connsiteY3" fmla="*/ 165749 h 626858"/>
                <a:gd name="connsiteX4" fmla="*/ 9545 w 558691"/>
                <a:gd name="connsiteY4" fmla="*/ 144769 h 626858"/>
                <a:gd name="connsiteX5" fmla="*/ 368028 w 558691"/>
                <a:gd name="connsiteY5" fmla="*/ 914 h 626858"/>
                <a:gd name="connsiteX6" fmla="*/ 389008 w 558691"/>
                <a:gd name="connsiteY6" fmla="*/ 10006 h 626858"/>
                <a:gd name="connsiteX7" fmla="*/ 551746 w 558691"/>
                <a:gd name="connsiteY7" fmla="*/ 415624 h 626858"/>
                <a:gd name="connsiteX8" fmla="*/ 503001 w 558691"/>
                <a:gd name="connsiteY8" fmla="*/ 529967 h 626858"/>
                <a:gd name="connsiteX9" fmla="*/ 36889 w 558691"/>
                <a:gd name="connsiteY9" fmla="*/ 168826 h 626858"/>
                <a:gd name="connsiteX10" fmla="*/ 193472 w 558691"/>
                <a:gd name="connsiteY10" fmla="*/ 559199 h 626858"/>
                <a:gd name="connsiteX11" fmla="*/ 265644 w 558691"/>
                <a:gd name="connsiteY11" fmla="*/ 590040 h 626858"/>
                <a:gd name="connsiteX12" fmla="*/ 490832 w 558691"/>
                <a:gd name="connsiteY12" fmla="*/ 499615 h 626858"/>
                <a:gd name="connsiteX13" fmla="*/ 521673 w 558691"/>
                <a:gd name="connsiteY13" fmla="*/ 427513 h 626858"/>
                <a:gd name="connsiteX14" fmla="*/ 365021 w 558691"/>
                <a:gd name="connsiteY14" fmla="*/ 37140 h 62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8691" h="626858">
                  <a:moveTo>
                    <a:pt x="503001" y="529967"/>
                  </a:moveTo>
                  <a:lnTo>
                    <a:pt x="277813" y="620322"/>
                  </a:lnTo>
                  <a:cubicBezTo>
                    <a:pt x="232635" y="638421"/>
                    <a:pt x="181373" y="616517"/>
                    <a:pt x="163190" y="571368"/>
                  </a:cubicBezTo>
                  <a:lnTo>
                    <a:pt x="453" y="165749"/>
                  </a:lnTo>
                  <a:cubicBezTo>
                    <a:pt x="-2764" y="157448"/>
                    <a:pt x="1292" y="148105"/>
                    <a:pt x="9545" y="144769"/>
                  </a:cubicBezTo>
                  <a:lnTo>
                    <a:pt x="368028" y="914"/>
                  </a:lnTo>
                  <a:cubicBezTo>
                    <a:pt x="376350" y="-2296"/>
                    <a:pt x="385652" y="1753"/>
                    <a:pt x="389008" y="10006"/>
                  </a:cubicBezTo>
                  <a:lnTo>
                    <a:pt x="551746" y="415624"/>
                  </a:lnTo>
                  <a:cubicBezTo>
                    <a:pt x="569718" y="460655"/>
                    <a:pt x="547899" y="511728"/>
                    <a:pt x="503001" y="529967"/>
                  </a:cubicBezTo>
                  <a:close/>
                  <a:moveTo>
                    <a:pt x="36889" y="168826"/>
                  </a:moveTo>
                  <a:lnTo>
                    <a:pt x="193472" y="559199"/>
                  </a:lnTo>
                  <a:cubicBezTo>
                    <a:pt x="205081" y="587460"/>
                    <a:pt x="237180" y="601188"/>
                    <a:pt x="265644" y="590040"/>
                  </a:cubicBezTo>
                  <a:lnTo>
                    <a:pt x="490832" y="499615"/>
                  </a:lnTo>
                  <a:cubicBezTo>
                    <a:pt x="519226" y="488216"/>
                    <a:pt x="533073" y="455941"/>
                    <a:pt x="521673" y="427513"/>
                  </a:cubicBezTo>
                  <a:lnTo>
                    <a:pt x="365021" y="37140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îŝ1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CC1A95BF-0912-4BFF-AE46-89E600508E06}"/>
                </a:ext>
              </a:extLst>
            </p:cNvPr>
            <p:cNvSpPr/>
            <p:nvPr/>
          </p:nvSpPr>
          <p:spPr>
            <a:xfrm>
              <a:off x="7637386" y="2214983"/>
              <a:ext cx="409121" cy="424511"/>
            </a:xfrm>
            <a:custGeom>
              <a:avLst/>
              <a:gdLst>
                <a:gd name="connsiteX0" fmla="*/ -650 w 409121"/>
                <a:gd name="connsiteY0" fmla="*/ 117164 h 424511"/>
                <a:gd name="connsiteX1" fmla="*/ 113483 w 409121"/>
                <a:gd name="connsiteY1" fmla="*/ 401586 h 424511"/>
                <a:gd name="connsiteX2" fmla="*/ 160549 w 409121"/>
                <a:gd name="connsiteY2" fmla="*/ 421727 h 424511"/>
                <a:gd name="connsiteX3" fmla="*/ 385737 w 409121"/>
                <a:gd name="connsiteY3" fmla="*/ 331372 h 424511"/>
                <a:gd name="connsiteX4" fmla="*/ 405878 w 409121"/>
                <a:gd name="connsiteY4" fmla="*/ 284237 h 424511"/>
                <a:gd name="connsiteX5" fmla="*/ 291746 w 409121"/>
                <a:gd name="connsiteY5" fmla="*/ -186 h 42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121" h="424511">
                  <a:moveTo>
                    <a:pt x="-650" y="117164"/>
                  </a:moveTo>
                  <a:lnTo>
                    <a:pt x="113483" y="401586"/>
                  </a:lnTo>
                  <a:cubicBezTo>
                    <a:pt x="120896" y="420133"/>
                    <a:pt x="142016" y="429147"/>
                    <a:pt x="160549" y="421727"/>
                  </a:cubicBezTo>
                  <a:lnTo>
                    <a:pt x="385737" y="331372"/>
                  </a:lnTo>
                  <a:cubicBezTo>
                    <a:pt x="404270" y="323868"/>
                    <a:pt x="413292" y="302811"/>
                    <a:pt x="405878" y="284237"/>
                  </a:cubicBezTo>
                  <a:lnTo>
                    <a:pt x="291746" y="-186"/>
                  </a:ln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íŝḷ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E00EDA3-64BB-4014-A98E-D328DAF4EFEC}"/>
                </a:ext>
              </a:extLst>
            </p:cNvPr>
            <p:cNvSpPr/>
            <p:nvPr/>
          </p:nvSpPr>
          <p:spPr>
            <a:xfrm>
              <a:off x="7494690" y="2001741"/>
              <a:ext cx="460823" cy="242068"/>
            </a:xfrm>
            <a:custGeom>
              <a:avLst/>
              <a:gdLst>
                <a:gd name="connsiteX0" fmla="*/ 428217 w 460823"/>
                <a:gd name="connsiteY0" fmla="*/ 92629 h 242068"/>
                <a:gd name="connsiteX1" fmla="*/ 63231 w 460823"/>
                <a:gd name="connsiteY1" fmla="*/ 239072 h 242068"/>
                <a:gd name="connsiteX2" fmla="*/ 2177 w 460823"/>
                <a:gd name="connsiteY2" fmla="*/ 210210 h 242068"/>
                <a:gd name="connsiteX3" fmla="*/ 27703 w 460823"/>
                <a:gd name="connsiteY3" fmla="*/ 150465 h 242068"/>
                <a:gd name="connsiteX4" fmla="*/ 315763 w 460823"/>
                <a:gd name="connsiteY4" fmla="*/ 34864 h 242068"/>
                <a:gd name="connsiteX5" fmla="*/ 337023 w 460823"/>
                <a:gd name="connsiteY5" fmla="*/ 43920 h 242068"/>
                <a:gd name="connsiteX6" fmla="*/ 327932 w 460823"/>
                <a:gd name="connsiteY6" fmla="*/ 65145 h 242068"/>
                <a:gd name="connsiteX7" fmla="*/ 40152 w 460823"/>
                <a:gd name="connsiteY7" fmla="*/ 180747 h 242068"/>
                <a:gd name="connsiteX8" fmla="*/ 33229 w 460823"/>
                <a:gd name="connsiteY8" fmla="*/ 200951 h 242068"/>
                <a:gd name="connsiteX9" fmla="*/ 51341 w 460823"/>
                <a:gd name="connsiteY9" fmla="*/ 208720 h 242068"/>
                <a:gd name="connsiteX10" fmla="*/ 416399 w 460823"/>
                <a:gd name="connsiteY10" fmla="*/ 62208 h 242068"/>
                <a:gd name="connsiteX11" fmla="*/ 423531 w 460823"/>
                <a:gd name="connsiteY11" fmla="*/ 42081 h 242068"/>
                <a:gd name="connsiteX12" fmla="*/ 405139 w 460823"/>
                <a:gd name="connsiteY12" fmla="*/ 34234 h 242068"/>
                <a:gd name="connsiteX13" fmla="*/ 386187 w 460823"/>
                <a:gd name="connsiteY13" fmla="*/ 41857 h 242068"/>
                <a:gd name="connsiteX14" fmla="*/ 365486 w 460823"/>
                <a:gd name="connsiteY14" fmla="*/ 31493 h 242068"/>
                <a:gd name="connsiteX15" fmla="*/ 374088 w 460823"/>
                <a:gd name="connsiteY15" fmla="*/ 11506 h 242068"/>
                <a:gd name="connsiteX16" fmla="*/ 392970 w 460823"/>
                <a:gd name="connsiteY16" fmla="*/ 3953 h 242068"/>
                <a:gd name="connsiteX17" fmla="*/ 456051 w 460823"/>
                <a:gd name="connsiteY17" fmla="*/ 28171 h 242068"/>
                <a:gd name="connsiteX18" fmla="*/ 431784 w 460823"/>
                <a:gd name="connsiteY18" fmla="*/ 91231 h 242068"/>
                <a:gd name="connsiteX19" fmla="*/ 428497 w 460823"/>
                <a:gd name="connsiteY19" fmla="*/ 92559 h 24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0823" h="242068">
                  <a:moveTo>
                    <a:pt x="428217" y="92629"/>
                  </a:moveTo>
                  <a:lnTo>
                    <a:pt x="63231" y="239072"/>
                  </a:lnTo>
                  <a:cubicBezTo>
                    <a:pt x="38404" y="247967"/>
                    <a:pt x="11059" y="235044"/>
                    <a:pt x="2177" y="210210"/>
                  </a:cubicBezTo>
                  <a:cubicBezTo>
                    <a:pt x="-6284" y="186677"/>
                    <a:pt x="4835" y="160626"/>
                    <a:pt x="27703" y="150465"/>
                  </a:cubicBezTo>
                  <a:lnTo>
                    <a:pt x="315763" y="34864"/>
                  </a:lnTo>
                  <a:cubicBezTo>
                    <a:pt x="324155" y="31500"/>
                    <a:pt x="333596" y="35556"/>
                    <a:pt x="337023" y="43920"/>
                  </a:cubicBezTo>
                  <a:cubicBezTo>
                    <a:pt x="340380" y="52284"/>
                    <a:pt x="336323" y="61788"/>
                    <a:pt x="327932" y="65145"/>
                  </a:cubicBezTo>
                  <a:lnTo>
                    <a:pt x="40152" y="180747"/>
                  </a:lnTo>
                  <a:cubicBezTo>
                    <a:pt x="32669" y="184411"/>
                    <a:pt x="29522" y="193454"/>
                    <a:pt x="33229" y="200951"/>
                  </a:cubicBezTo>
                  <a:cubicBezTo>
                    <a:pt x="36515" y="207671"/>
                    <a:pt x="44208" y="210979"/>
                    <a:pt x="51341" y="208720"/>
                  </a:cubicBezTo>
                  <a:lnTo>
                    <a:pt x="416399" y="62208"/>
                  </a:lnTo>
                  <a:cubicBezTo>
                    <a:pt x="423951" y="58620"/>
                    <a:pt x="427168" y="49613"/>
                    <a:pt x="423531" y="42081"/>
                  </a:cubicBezTo>
                  <a:cubicBezTo>
                    <a:pt x="420245" y="35192"/>
                    <a:pt x="412342" y="31828"/>
                    <a:pt x="405139" y="34234"/>
                  </a:cubicBezTo>
                  <a:lnTo>
                    <a:pt x="386187" y="41857"/>
                  </a:lnTo>
                  <a:cubicBezTo>
                    <a:pt x="377585" y="44710"/>
                    <a:pt x="368354" y="40074"/>
                    <a:pt x="365486" y="31493"/>
                  </a:cubicBezTo>
                  <a:cubicBezTo>
                    <a:pt x="362899" y="23618"/>
                    <a:pt x="366536" y="15023"/>
                    <a:pt x="374088" y="11506"/>
                  </a:cubicBezTo>
                  <a:lnTo>
                    <a:pt x="392970" y="3953"/>
                  </a:lnTo>
                  <a:cubicBezTo>
                    <a:pt x="417098" y="-6775"/>
                    <a:pt x="445282" y="4072"/>
                    <a:pt x="456051" y="28171"/>
                  </a:cubicBezTo>
                  <a:cubicBezTo>
                    <a:pt x="466751" y="52277"/>
                    <a:pt x="455911" y="80510"/>
                    <a:pt x="431784" y="91231"/>
                  </a:cubicBezTo>
                  <a:cubicBezTo>
                    <a:pt x="430735" y="91713"/>
                    <a:pt x="429616" y="92161"/>
                    <a:pt x="428497" y="92559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îSḻí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31B9051-A425-4F68-BE76-494FD145B0D3}"/>
                </a:ext>
              </a:extLst>
            </p:cNvPr>
            <p:cNvSpPr/>
            <p:nvPr/>
          </p:nvSpPr>
          <p:spPr>
            <a:xfrm>
              <a:off x="7862886" y="2147712"/>
              <a:ext cx="151825" cy="354106"/>
            </a:xfrm>
            <a:custGeom>
              <a:avLst/>
              <a:gdLst>
                <a:gd name="connsiteX0" fmla="*/ 146041 w 151825"/>
                <a:gd name="connsiteY0" fmla="*/ 353326 h 354106"/>
                <a:gd name="connsiteX1" fmla="*/ 135481 w 151825"/>
                <a:gd name="connsiteY1" fmla="*/ 348850 h 354106"/>
                <a:gd name="connsiteX2" fmla="*/ -192 w 151825"/>
                <a:gd name="connsiteY2" fmla="*/ 10718 h 354106"/>
                <a:gd name="connsiteX3" fmla="*/ 4774 w 151825"/>
                <a:gd name="connsiteY3" fmla="*/ 284 h 354106"/>
                <a:gd name="connsiteX4" fmla="*/ 14985 w 151825"/>
                <a:gd name="connsiteY4" fmla="*/ 4634 h 354106"/>
                <a:gd name="connsiteX5" fmla="*/ 150586 w 151825"/>
                <a:gd name="connsiteY5" fmla="*/ 342766 h 354106"/>
                <a:gd name="connsiteX6" fmla="*/ 146041 w 151825"/>
                <a:gd name="connsiteY6" fmla="*/ 353312 h 354106"/>
                <a:gd name="connsiteX7" fmla="*/ 146041 w 151825"/>
                <a:gd name="connsiteY7" fmla="*/ 353326 h 35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825" h="354106">
                  <a:moveTo>
                    <a:pt x="146041" y="353326"/>
                  </a:moveTo>
                  <a:cubicBezTo>
                    <a:pt x="141915" y="355005"/>
                    <a:pt x="137159" y="353004"/>
                    <a:pt x="135481" y="348850"/>
                  </a:cubicBezTo>
                  <a:lnTo>
                    <a:pt x="-192" y="10718"/>
                  </a:lnTo>
                  <a:cubicBezTo>
                    <a:pt x="-1660" y="6459"/>
                    <a:pt x="508" y="1780"/>
                    <a:pt x="4774" y="284"/>
                  </a:cubicBezTo>
                  <a:cubicBezTo>
                    <a:pt x="8830" y="-1136"/>
                    <a:pt x="13236" y="759"/>
                    <a:pt x="14985" y="4634"/>
                  </a:cubicBezTo>
                  <a:lnTo>
                    <a:pt x="150586" y="342766"/>
                  </a:lnTo>
                  <a:cubicBezTo>
                    <a:pt x="152266" y="346927"/>
                    <a:pt x="150237" y="351648"/>
                    <a:pt x="146041" y="353312"/>
                  </a:cubicBezTo>
                  <a:cubicBezTo>
                    <a:pt x="146041" y="353319"/>
                    <a:pt x="146041" y="353319"/>
                    <a:pt x="146041" y="35332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iṡḷî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D1D7EEF-BC23-4E77-9548-DD73F1FB106D}"/>
                </a:ext>
              </a:extLst>
            </p:cNvPr>
            <p:cNvSpPr/>
            <p:nvPr/>
          </p:nvSpPr>
          <p:spPr>
            <a:xfrm>
              <a:off x="7800684" y="2170758"/>
              <a:ext cx="83924" cy="43416"/>
            </a:xfrm>
            <a:custGeom>
              <a:avLst/>
              <a:gdLst>
                <a:gd name="connsiteX0" fmla="*/ 77816 w 83924"/>
                <a:gd name="connsiteY0" fmla="*/ 15716 h 43416"/>
                <a:gd name="connsiteX1" fmla="*/ 10539 w 83924"/>
                <a:gd name="connsiteY1" fmla="*/ 42640 h 43416"/>
                <a:gd name="connsiteX2" fmla="*/ -21 w 83924"/>
                <a:gd name="connsiteY2" fmla="*/ 38129 h 43416"/>
                <a:gd name="connsiteX3" fmla="*/ 4455 w 83924"/>
                <a:gd name="connsiteY3" fmla="*/ 27534 h 43416"/>
                <a:gd name="connsiteX4" fmla="*/ 71731 w 83924"/>
                <a:gd name="connsiteY4" fmla="*/ 540 h 43416"/>
                <a:gd name="connsiteX5" fmla="*/ 82571 w 83924"/>
                <a:gd name="connsiteY5" fmla="*/ 4638 h 43416"/>
                <a:gd name="connsiteX6" fmla="*/ 78445 w 83924"/>
                <a:gd name="connsiteY6" fmla="*/ 15457 h 43416"/>
                <a:gd name="connsiteX7" fmla="*/ 77816 w 83924"/>
                <a:gd name="connsiteY7" fmla="*/ 15716 h 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24" h="43416">
                  <a:moveTo>
                    <a:pt x="77816" y="15716"/>
                  </a:moveTo>
                  <a:lnTo>
                    <a:pt x="10539" y="42640"/>
                  </a:lnTo>
                  <a:cubicBezTo>
                    <a:pt x="6343" y="44319"/>
                    <a:pt x="1657" y="42298"/>
                    <a:pt x="-21" y="38129"/>
                  </a:cubicBezTo>
                  <a:cubicBezTo>
                    <a:pt x="-1770" y="33961"/>
                    <a:pt x="259" y="29213"/>
                    <a:pt x="4455" y="27534"/>
                  </a:cubicBezTo>
                  <a:lnTo>
                    <a:pt x="71731" y="540"/>
                  </a:lnTo>
                  <a:cubicBezTo>
                    <a:pt x="75857" y="-1320"/>
                    <a:pt x="80683" y="519"/>
                    <a:pt x="82571" y="4638"/>
                  </a:cubicBezTo>
                  <a:cubicBezTo>
                    <a:pt x="84389" y="8757"/>
                    <a:pt x="82571" y="13604"/>
                    <a:pt x="78445" y="15457"/>
                  </a:cubicBezTo>
                  <a:cubicBezTo>
                    <a:pt x="78235" y="15555"/>
                    <a:pt x="78026" y="15638"/>
                    <a:pt x="77816" y="1571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î$l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276B5C5-CCEE-4795-8F44-1DCB9AB7321B}"/>
                </a:ext>
              </a:extLst>
            </p:cNvPr>
            <p:cNvSpPr/>
            <p:nvPr/>
          </p:nvSpPr>
          <p:spPr>
            <a:xfrm>
              <a:off x="7820993" y="2220271"/>
              <a:ext cx="83616" cy="43364"/>
            </a:xfrm>
            <a:custGeom>
              <a:avLst/>
              <a:gdLst>
                <a:gd name="connsiteX0" fmla="*/ 77507 w 83616"/>
                <a:gd name="connsiteY0" fmla="*/ 15715 h 43364"/>
                <a:gd name="connsiteX1" fmla="*/ 10231 w 83616"/>
                <a:gd name="connsiteY1" fmla="*/ 42710 h 43364"/>
                <a:gd name="connsiteX2" fmla="*/ -189 w 83616"/>
                <a:gd name="connsiteY2" fmla="*/ 37717 h 43364"/>
                <a:gd name="connsiteX3" fmla="*/ 4146 w 83616"/>
                <a:gd name="connsiteY3" fmla="*/ 27534 h 43364"/>
                <a:gd name="connsiteX4" fmla="*/ 71423 w 83616"/>
                <a:gd name="connsiteY4" fmla="*/ 540 h 43364"/>
                <a:gd name="connsiteX5" fmla="*/ 82263 w 83616"/>
                <a:gd name="connsiteY5" fmla="*/ 4638 h 43364"/>
                <a:gd name="connsiteX6" fmla="*/ 78137 w 83616"/>
                <a:gd name="connsiteY6" fmla="*/ 15457 h 43364"/>
                <a:gd name="connsiteX7" fmla="*/ 77507 w 83616"/>
                <a:gd name="connsiteY7" fmla="*/ 15715 h 4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16" h="43364">
                  <a:moveTo>
                    <a:pt x="77507" y="15715"/>
                  </a:moveTo>
                  <a:lnTo>
                    <a:pt x="10231" y="42710"/>
                  </a:lnTo>
                  <a:cubicBezTo>
                    <a:pt x="5965" y="44214"/>
                    <a:pt x="1279" y="41976"/>
                    <a:pt x="-189" y="37717"/>
                  </a:cubicBezTo>
                  <a:cubicBezTo>
                    <a:pt x="-1589" y="33702"/>
                    <a:pt x="300" y="29283"/>
                    <a:pt x="4146" y="27534"/>
                  </a:cubicBezTo>
                  <a:lnTo>
                    <a:pt x="71423" y="540"/>
                  </a:lnTo>
                  <a:cubicBezTo>
                    <a:pt x="75549" y="-1321"/>
                    <a:pt x="80375" y="519"/>
                    <a:pt x="82263" y="4638"/>
                  </a:cubicBezTo>
                  <a:cubicBezTo>
                    <a:pt x="84081" y="8757"/>
                    <a:pt x="82263" y="13603"/>
                    <a:pt x="78137" y="15457"/>
                  </a:cubicBezTo>
                  <a:cubicBezTo>
                    <a:pt x="77927" y="15555"/>
                    <a:pt x="77717" y="15639"/>
                    <a:pt x="77507" y="1571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îṡl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1769A75-B2C9-4A86-8923-7B271487BE50}"/>
                </a:ext>
              </a:extLst>
            </p:cNvPr>
            <p:cNvSpPr/>
            <p:nvPr/>
          </p:nvSpPr>
          <p:spPr>
            <a:xfrm>
              <a:off x="7840945" y="2270043"/>
              <a:ext cx="82722" cy="43022"/>
            </a:xfrm>
            <a:custGeom>
              <a:avLst/>
              <a:gdLst>
                <a:gd name="connsiteX0" fmla="*/ 77276 w 82722"/>
                <a:gd name="connsiteY0" fmla="*/ 15458 h 43022"/>
                <a:gd name="connsiteX1" fmla="*/ 10000 w 82722"/>
                <a:gd name="connsiteY1" fmla="*/ 42452 h 43022"/>
                <a:gd name="connsiteX2" fmla="*/ -281 w 82722"/>
                <a:gd name="connsiteY2" fmla="*/ 37123 h 43022"/>
                <a:gd name="connsiteX3" fmla="*/ 3985 w 82722"/>
                <a:gd name="connsiteY3" fmla="*/ 27277 h 43022"/>
                <a:gd name="connsiteX4" fmla="*/ 71192 w 82722"/>
                <a:gd name="connsiteY4" fmla="*/ 282 h 43022"/>
                <a:gd name="connsiteX5" fmla="*/ 81612 w 82722"/>
                <a:gd name="connsiteY5" fmla="*/ 5275 h 43022"/>
                <a:gd name="connsiteX6" fmla="*/ 77276 w 82722"/>
                <a:gd name="connsiteY6" fmla="*/ 15458 h 4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722" h="43022">
                  <a:moveTo>
                    <a:pt x="77276" y="15458"/>
                  </a:moveTo>
                  <a:lnTo>
                    <a:pt x="10000" y="42452"/>
                  </a:lnTo>
                  <a:cubicBezTo>
                    <a:pt x="5664" y="43816"/>
                    <a:pt x="1119" y="41431"/>
                    <a:pt x="-281" y="37123"/>
                  </a:cubicBezTo>
                  <a:cubicBezTo>
                    <a:pt x="-1469" y="33242"/>
                    <a:pt x="279" y="29039"/>
                    <a:pt x="3985" y="27277"/>
                  </a:cubicBezTo>
                  <a:lnTo>
                    <a:pt x="71192" y="282"/>
                  </a:lnTo>
                  <a:cubicBezTo>
                    <a:pt x="75459" y="-1222"/>
                    <a:pt x="80144" y="1016"/>
                    <a:pt x="81612" y="5275"/>
                  </a:cubicBezTo>
                  <a:cubicBezTo>
                    <a:pt x="83011" y="9290"/>
                    <a:pt x="81123" y="13709"/>
                    <a:pt x="77276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išḷî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371A1737-6007-4E3B-9F76-4BDADE789A84}"/>
                </a:ext>
              </a:extLst>
            </p:cNvPr>
            <p:cNvSpPr/>
            <p:nvPr/>
          </p:nvSpPr>
          <p:spPr>
            <a:xfrm>
              <a:off x="7840945" y="2270043"/>
              <a:ext cx="82722" cy="43022"/>
            </a:xfrm>
            <a:custGeom>
              <a:avLst/>
              <a:gdLst>
                <a:gd name="connsiteX0" fmla="*/ 77276 w 82722"/>
                <a:gd name="connsiteY0" fmla="*/ 15458 h 43022"/>
                <a:gd name="connsiteX1" fmla="*/ 10000 w 82722"/>
                <a:gd name="connsiteY1" fmla="*/ 42452 h 43022"/>
                <a:gd name="connsiteX2" fmla="*/ -281 w 82722"/>
                <a:gd name="connsiteY2" fmla="*/ 37123 h 43022"/>
                <a:gd name="connsiteX3" fmla="*/ 3985 w 82722"/>
                <a:gd name="connsiteY3" fmla="*/ 27277 h 43022"/>
                <a:gd name="connsiteX4" fmla="*/ 71192 w 82722"/>
                <a:gd name="connsiteY4" fmla="*/ 282 h 43022"/>
                <a:gd name="connsiteX5" fmla="*/ 81612 w 82722"/>
                <a:gd name="connsiteY5" fmla="*/ 5275 h 43022"/>
                <a:gd name="connsiteX6" fmla="*/ 77276 w 82722"/>
                <a:gd name="connsiteY6" fmla="*/ 15458 h 4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722" h="43022">
                  <a:moveTo>
                    <a:pt x="77276" y="15458"/>
                  </a:moveTo>
                  <a:lnTo>
                    <a:pt x="10000" y="42452"/>
                  </a:lnTo>
                  <a:cubicBezTo>
                    <a:pt x="5664" y="43816"/>
                    <a:pt x="1119" y="41431"/>
                    <a:pt x="-281" y="37123"/>
                  </a:cubicBezTo>
                  <a:cubicBezTo>
                    <a:pt x="-1469" y="33242"/>
                    <a:pt x="279" y="29039"/>
                    <a:pt x="3985" y="27277"/>
                  </a:cubicBezTo>
                  <a:lnTo>
                    <a:pt x="71192" y="282"/>
                  </a:lnTo>
                  <a:cubicBezTo>
                    <a:pt x="75459" y="-1222"/>
                    <a:pt x="80144" y="1016"/>
                    <a:pt x="81612" y="5275"/>
                  </a:cubicBezTo>
                  <a:cubicBezTo>
                    <a:pt x="83011" y="9290"/>
                    <a:pt x="81123" y="13709"/>
                    <a:pt x="77276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ïṣl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17C034C-EB9F-4541-8676-F65AE8B8D665}"/>
                </a:ext>
              </a:extLst>
            </p:cNvPr>
            <p:cNvSpPr/>
            <p:nvPr/>
          </p:nvSpPr>
          <p:spPr>
            <a:xfrm>
              <a:off x="7859982" y="2319713"/>
              <a:ext cx="83886" cy="43416"/>
            </a:xfrm>
            <a:custGeom>
              <a:avLst/>
              <a:gdLst>
                <a:gd name="connsiteX0" fmla="*/ 78101 w 83886"/>
                <a:gd name="connsiteY0" fmla="*/ 15510 h 43416"/>
                <a:gd name="connsiteX1" fmla="*/ 10895 w 83886"/>
                <a:gd name="connsiteY1" fmla="*/ 42505 h 43416"/>
                <a:gd name="connsiteX2" fmla="*/ 54 w 83886"/>
                <a:gd name="connsiteY2" fmla="*/ 38407 h 43416"/>
                <a:gd name="connsiteX3" fmla="*/ 4180 w 83886"/>
                <a:gd name="connsiteY3" fmla="*/ 27588 h 43416"/>
                <a:gd name="connsiteX4" fmla="*/ 4810 w 83886"/>
                <a:gd name="connsiteY4" fmla="*/ 27329 h 43416"/>
                <a:gd name="connsiteX5" fmla="*/ 72017 w 83886"/>
                <a:gd name="connsiteY5" fmla="*/ 404 h 43416"/>
                <a:gd name="connsiteX6" fmla="*/ 82647 w 83886"/>
                <a:gd name="connsiteY6" fmla="*/ 4915 h 43416"/>
                <a:gd name="connsiteX7" fmla="*/ 78101 w 83886"/>
                <a:gd name="connsiteY7" fmla="*/ 15510 h 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886" h="43416">
                  <a:moveTo>
                    <a:pt x="78101" y="15510"/>
                  </a:moveTo>
                  <a:lnTo>
                    <a:pt x="10895" y="42505"/>
                  </a:lnTo>
                  <a:cubicBezTo>
                    <a:pt x="6768" y="44365"/>
                    <a:pt x="1943" y="42526"/>
                    <a:pt x="54" y="38407"/>
                  </a:cubicBezTo>
                  <a:cubicBezTo>
                    <a:pt x="-1764" y="34288"/>
                    <a:pt x="54" y="29441"/>
                    <a:pt x="4180" y="27588"/>
                  </a:cubicBezTo>
                  <a:cubicBezTo>
                    <a:pt x="4390" y="27490"/>
                    <a:pt x="4600" y="27406"/>
                    <a:pt x="4810" y="27329"/>
                  </a:cubicBezTo>
                  <a:lnTo>
                    <a:pt x="72017" y="404"/>
                  </a:lnTo>
                  <a:cubicBezTo>
                    <a:pt x="76213" y="-1274"/>
                    <a:pt x="80899" y="747"/>
                    <a:pt x="82647" y="4915"/>
                  </a:cubicBezTo>
                  <a:cubicBezTo>
                    <a:pt x="84326" y="9083"/>
                    <a:pt x="82297" y="13832"/>
                    <a:pt x="78101" y="1551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í$ḷïḍ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39107E2-D4F9-418B-998B-F2A2DE8782C3}"/>
                </a:ext>
              </a:extLst>
            </p:cNvPr>
            <p:cNvSpPr/>
            <p:nvPr/>
          </p:nvSpPr>
          <p:spPr>
            <a:xfrm>
              <a:off x="7880199" y="2369025"/>
              <a:ext cx="83492" cy="43274"/>
            </a:xfrm>
            <a:custGeom>
              <a:avLst/>
              <a:gdLst>
                <a:gd name="connsiteX0" fmla="*/ 77746 w 83492"/>
                <a:gd name="connsiteY0" fmla="*/ 15573 h 43274"/>
                <a:gd name="connsiteX1" fmla="*/ 10539 w 83492"/>
                <a:gd name="connsiteY1" fmla="*/ 42497 h 43274"/>
                <a:gd name="connsiteX2" fmla="*/ -21 w 83492"/>
                <a:gd name="connsiteY2" fmla="*/ 37987 h 43274"/>
                <a:gd name="connsiteX3" fmla="*/ 4455 w 83492"/>
                <a:gd name="connsiteY3" fmla="*/ 27391 h 43274"/>
                <a:gd name="connsiteX4" fmla="*/ 71731 w 83492"/>
                <a:gd name="connsiteY4" fmla="*/ 397 h 43274"/>
                <a:gd name="connsiteX5" fmla="*/ 82292 w 83492"/>
                <a:gd name="connsiteY5" fmla="*/ 4908 h 43274"/>
                <a:gd name="connsiteX6" fmla="*/ 82292 w 83492"/>
                <a:gd name="connsiteY6" fmla="*/ 4943 h 43274"/>
                <a:gd name="connsiteX7" fmla="*/ 77746 w 83492"/>
                <a:gd name="connsiteY7" fmla="*/ 15573 h 43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492" h="43274">
                  <a:moveTo>
                    <a:pt x="77746" y="15573"/>
                  </a:moveTo>
                  <a:lnTo>
                    <a:pt x="10539" y="42497"/>
                  </a:lnTo>
                  <a:cubicBezTo>
                    <a:pt x="6343" y="44176"/>
                    <a:pt x="1657" y="42154"/>
                    <a:pt x="-21" y="37987"/>
                  </a:cubicBezTo>
                  <a:cubicBezTo>
                    <a:pt x="-1770" y="33818"/>
                    <a:pt x="259" y="29070"/>
                    <a:pt x="4455" y="27391"/>
                  </a:cubicBezTo>
                  <a:lnTo>
                    <a:pt x="71731" y="397"/>
                  </a:lnTo>
                  <a:cubicBezTo>
                    <a:pt x="75857" y="-1268"/>
                    <a:pt x="80613" y="754"/>
                    <a:pt x="82292" y="4908"/>
                  </a:cubicBezTo>
                  <a:cubicBezTo>
                    <a:pt x="82292" y="4921"/>
                    <a:pt x="82292" y="4936"/>
                    <a:pt x="82292" y="4943"/>
                  </a:cubicBezTo>
                  <a:cubicBezTo>
                    <a:pt x="83900" y="9132"/>
                    <a:pt x="81872" y="13859"/>
                    <a:pt x="77746" y="1557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íšļi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E8A63108-335A-4E20-A968-D816030F26C5}"/>
                </a:ext>
              </a:extLst>
            </p:cNvPr>
            <p:cNvSpPr/>
            <p:nvPr/>
          </p:nvSpPr>
          <p:spPr>
            <a:xfrm>
              <a:off x="7880199" y="2369025"/>
              <a:ext cx="83492" cy="43274"/>
            </a:xfrm>
            <a:custGeom>
              <a:avLst/>
              <a:gdLst>
                <a:gd name="connsiteX0" fmla="*/ 77746 w 83492"/>
                <a:gd name="connsiteY0" fmla="*/ 15573 h 43274"/>
                <a:gd name="connsiteX1" fmla="*/ 10539 w 83492"/>
                <a:gd name="connsiteY1" fmla="*/ 42497 h 43274"/>
                <a:gd name="connsiteX2" fmla="*/ -21 w 83492"/>
                <a:gd name="connsiteY2" fmla="*/ 37987 h 43274"/>
                <a:gd name="connsiteX3" fmla="*/ 4455 w 83492"/>
                <a:gd name="connsiteY3" fmla="*/ 27391 h 43274"/>
                <a:gd name="connsiteX4" fmla="*/ 71731 w 83492"/>
                <a:gd name="connsiteY4" fmla="*/ 397 h 43274"/>
                <a:gd name="connsiteX5" fmla="*/ 82292 w 83492"/>
                <a:gd name="connsiteY5" fmla="*/ 4908 h 43274"/>
                <a:gd name="connsiteX6" fmla="*/ 82292 w 83492"/>
                <a:gd name="connsiteY6" fmla="*/ 4943 h 43274"/>
                <a:gd name="connsiteX7" fmla="*/ 77746 w 83492"/>
                <a:gd name="connsiteY7" fmla="*/ 15573 h 43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492" h="43274">
                  <a:moveTo>
                    <a:pt x="77746" y="15573"/>
                  </a:moveTo>
                  <a:lnTo>
                    <a:pt x="10539" y="42497"/>
                  </a:lnTo>
                  <a:cubicBezTo>
                    <a:pt x="6343" y="44176"/>
                    <a:pt x="1657" y="42154"/>
                    <a:pt x="-21" y="37987"/>
                  </a:cubicBezTo>
                  <a:cubicBezTo>
                    <a:pt x="-1770" y="33818"/>
                    <a:pt x="259" y="29070"/>
                    <a:pt x="4455" y="27391"/>
                  </a:cubicBezTo>
                  <a:lnTo>
                    <a:pt x="71731" y="397"/>
                  </a:lnTo>
                  <a:cubicBezTo>
                    <a:pt x="75857" y="-1268"/>
                    <a:pt x="80613" y="754"/>
                    <a:pt x="82292" y="4908"/>
                  </a:cubicBezTo>
                  <a:cubicBezTo>
                    <a:pt x="82292" y="4921"/>
                    <a:pt x="82292" y="4936"/>
                    <a:pt x="82292" y="4943"/>
                  </a:cubicBezTo>
                  <a:cubicBezTo>
                    <a:pt x="83900" y="9132"/>
                    <a:pt x="81872" y="13859"/>
                    <a:pt x="77746" y="1557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iṧḻí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830CD61-63B5-4B6D-9188-D12A9AA20174}"/>
                </a:ext>
              </a:extLst>
            </p:cNvPr>
            <p:cNvSpPr/>
            <p:nvPr/>
          </p:nvSpPr>
          <p:spPr>
            <a:xfrm>
              <a:off x="7900369" y="2418653"/>
              <a:ext cx="82953" cy="43106"/>
            </a:xfrm>
            <a:custGeom>
              <a:avLst/>
              <a:gdLst>
                <a:gd name="connsiteX0" fmla="*/ 77507 w 82953"/>
                <a:gd name="connsiteY0" fmla="*/ 15458 h 43106"/>
                <a:gd name="connsiteX1" fmla="*/ 10230 w 82953"/>
                <a:gd name="connsiteY1" fmla="*/ 42452 h 43106"/>
                <a:gd name="connsiteX2" fmla="*/ -190 w 82953"/>
                <a:gd name="connsiteY2" fmla="*/ 37459 h 43106"/>
                <a:gd name="connsiteX3" fmla="*/ 4146 w 82953"/>
                <a:gd name="connsiteY3" fmla="*/ 27277 h 43106"/>
                <a:gd name="connsiteX4" fmla="*/ 71423 w 82953"/>
                <a:gd name="connsiteY4" fmla="*/ 282 h 43106"/>
                <a:gd name="connsiteX5" fmla="*/ 81843 w 82953"/>
                <a:gd name="connsiteY5" fmla="*/ 5275 h 43106"/>
                <a:gd name="connsiteX6" fmla="*/ 77507 w 82953"/>
                <a:gd name="connsiteY6" fmla="*/ 15458 h 4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953" h="43106">
                  <a:moveTo>
                    <a:pt x="77507" y="15458"/>
                  </a:moveTo>
                  <a:lnTo>
                    <a:pt x="10230" y="42452"/>
                  </a:lnTo>
                  <a:cubicBezTo>
                    <a:pt x="5964" y="43956"/>
                    <a:pt x="1278" y="41718"/>
                    <a:pt x="-190" y="37459"/>
                  </a:cubicBezTo>
                  <a:cubicBezTo>
                    <a:pt x="-1588" y="33445"/>
                    <a:pt x="300" y="29025"/>
                    <a:pt x="4146" y="27277"/>
                  </a:cubicBezTo>
                  <a:lnTo>
                    <a:pt x="71423" y="282"/>
                  </a:lnTo>
                  <a:cubicBezTo>
                    <a:pt x="75689" y="-1222"/>
                    <a:pt x="80374" y="1016"/>
                    <a:pt x="81843" y="5275"/>
                  </a:cubicBezTo>
                  <a:cubicBezTo>
                    <a:pt x="83242" y="9290"/>
                    <a:pt x="81354" y="13709"/>
                    <a:pt x="77507" y="1545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íṧlîḋ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CDB1205-C259-4A99-A956-D692456B1389}"/>
                </a:ext>
              </a:extLst>
            </p:cNvPr>
            <p:cNvSpPr/>
            <p:nvPr/>
          </p:nvSpPr>
          <p:spPr>
            <a:xfrm>
              <a:off x="7919567" y="2467909"/>
              <a:ext cx="84280" cy="43622"/>
            </a:xfrm>
            <a:custGeom>
              <a:avLst/>
              <a:gdLst>
                <a:gd name="connsiteX0" fmla="*/ 78170 w 84280"/>
                <a:gd name="connsiteY0" fmla="*/ 15716 h 43622"/>
                <a:gd name="connsiteX1" fmla="*/ 10894 w 84280"/>
                <a:gd name="connsiteY1" fmla="*/ 42710 h 43622"/>
                <a:gd name="connsiteX2" fmla="*/ 54 w 84280"/>
                <a:gd name="connsiteY2" fmla="*/ 38612 h 43622"/>
                <a:gd name="connsiteX3" fmla="*/ 4180 w 84280"/>
                <a:gd name="connsiteY3" fmla="*/ 27793 h 43622"/>
                <a:gd name="connsiteX4" fmla="*/ 4809 w 84280"/>
                <a:gd name="connsiteY4" fmla="*/ 27534 h 43622"/>
                <a:gd name="connsiteX5" fmla="*/ 72086 w 84280"/>
                <a:gd name="connsiteY5" fmla="*/ 540 h 43622"/>
                <a:gd name="connsiteX6" fmla="*/ 82926 w 84280"/>
                <a:gd name="connsiteY6" fmla="*/ 4638 h 43622"/>
                <a:gd name="connsiteX7" fmla="*/ 78800 w 84280"/>
                <a:gd name="connsiteY7" fmla="*/ 15457 h 43622"/>
                <a:gd name="connsiteX8" fmla="*/ 78170 w 84280"/>
                <a:gd name="connsiteY8" fmla="*/ 15716 h 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280" h="43622">
                  <a:moveTo>
                    <a:pt x="78170" y="15716"/>
                  </a:moveTo>
                  <a:lnTo>
                    <a:pt x="10894" y="42710"/>
                  </a:lnTo>
                  <a:cubicBezTo>
                    <a:pt x="6768" y="44570"/>
                    <a:pt x="1943" y="42731"/>
                    <a:pt x="54" y="38612"/>
                  </a:cubicBezTo>
                  <a:cubicBezTo>
                    <a:pt x="-1764" y="34493"/>
                    <a:pt x="54" y="29646"/>
                    <a:pt x="4180" y="27793"/>
                  </a:cubicBezTo>
                  <a:cubicBezTo>
                    <a:pt x="4390" y="27695"/>
                    <a:pt x="4600" y="27611"/>
                    <a:pt x="4809" y="27534"/>
                  </a:cubicBezTo>
                  <a:lnTo>
                    <a:pt x="72086" y="540"/>
                  </a:lnTo>
                  <a:cubicBezTo>
                    <a:pt x="76213" y="-1320"/>
                    <a:pt x="81038" y="519"/>
                    <a:pt x="82926" y="4638"/>
                  </a:cubicBezTo>
                  <a:cubicBezTo>
                    <a:pt x="84745" y="8757"/>
                    <a:pt x="82926" y="13604"/>
                    <a:pt x="78800" y="15457"/>
                  </a:cubicBezTo>
                  <a:cubicBezTo>
                    <a:pt x="78590" y="15555"/>
                    <a:pt x="78380" y="15639"/>
                    <a:pt x="78170" y="1571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iṣļi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EB0C69F-8263-41A0-B3FC-D6DB78832464}"/>
                </a:ext>
              </a:extLst>
            </p:cNvPr>
            <p:cNvSpPr/>
            <p:nvPr/>
          </p:nvSpPr>
          <p:spPr>
            <a:xfrm>
              <a:off x="7539401" y="1931868"/>
              <a:ext cx="141383" cy="141444"/>
            </a:xfrm>
            <a:custGeom>
              <a:avLst/>
              <a:gdLst>
                <a:gd name="connsiteX0" fmla="*/ 96426 w 141383"/>
                <a:gd name="connsiteY0" fmla="*/ 136137 h 141444"/>
                <a:gd name="connsiteX1" fmla="*/ 4463 w 141383"/>
                <a:gd name="connsiteY1" fmla="*/ 96910 h 141444"/>
                <a:gd name="connsiteX2" fmla="*/ 43696 w 141383"/>
                <a:gd name="connsiteY2" fmla="*/ 4933 h 141444"/>
                <a:gd name="connsiteX3" fmla="*/ 135660 w 141383"/>
                <a:gd name="connsiteY3" fmla="*/ 44166 h 141444"/>
                <a:gd name="connsiteX4" fmla="*/ 135660 w 141383"/>
                <a:gd name="connsiteY4" fmla="*/ 44173 h 141444"/>
                <a:gd name="connsiteX5" fmla="*/ 96426 w 141383"/>
                <a:gd name="connsiteY5" fmla="*/ 136137 h 141444"/>
                <a:gd name="connsiteX6" fmla="*/ 51668 w 141383"/>
                <a:gd name="connsiteY6" fmla="*/ 24731 h 141444"/>
                <a:gd name="connsiteX7" fmla="*/ 24394 w 141383"/>
                <a:gd name="connsiteY7" fmla="*/ 88889 h 141444"/>
                <a:gd name="connsiteX8" fmla="*/ 88524 w 141383"/>
                <a:gd name="connsiteY8" fmla="*/ 116191 h 141444"/>
                <a:gd name="connsiteX9" fmla="*/ 115868 w 141383"/>
                <a:gd name="connsiteY9" fmla="*/ 52146 h 141444"/>
                <a:gd name="connsiteX10" fmla="*/ 51808 w 141383"/>
                <a:gd name="connsiteY10" fmla="*/ 24550 h 141444"/>
                <a:gd name="connsiteX11" fmla="*/ 51388 w 141383"/>
                <a:gd name="connsiteY11" fmla="*/ 24731 h 14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383" h="141444">
                  <a:moveTo>
                    <a:pt x="96426" y="136137"/>
                  </a:moveTo>
                  <a:cubicBezTo>
                    <a:pt x="60200" y="150704"/>
                    <a:pt x="19009" y="133136"/>
                    <a:pt x="4463" y="96910"/>
                  </a:cubicBezTo>
                  <a:cubicBezTo>
                    <a:pt x="-10084" y="60678"/>
                    <a:pt x="7469" y="19500"/>
                    <a:pt x="43696" y="4933"/>
                  </a:cubicBezTo>
                  <a:cubicBezTo>
                    <a:pt x="79921" y="-9627"/>
                    <a:pt x="121113" y="7933"/>
                    <a:pt x="135660" y="44166"/>
                  </a:cubicBezTo>
                  <a:cubicBezTo>
                    <a:pt x="135660" y="44166"/>
                    <a:pt x="135660" y="44173"/>
                    <a:pt x="135660" y="44173"/>
                  </a:cubicBezTo>
                  <a:cubicBezTo>
                    <a:pt x="150136" y="80399"/>
                    <a:pt x="132582" y="121513"/>
                    <a:pt x="96426" y="136137"/>
                  </a:cubicBezTo>
                  <a:close/>
                  <a:moveTo>
                    <a:pt x="51668" y="24731"/>
                  </a:moveTo>
                  <a:cubicBezTo>
                    <a:pt x="26422" y="34907"/>
                    <a:pt x="14184" y="63629"/>
                    <a:pt x="24394" y="88889"/>
                  </a:cubicBezTo>
                  <a:cubicBezTo>
                    <a:pt x="34534" y="114142"/>
                    <a:pt x="63277" y="126367"/>
                    <a:pt x="88524" y="116191"/>
                  </a:cubicBezTo>
                  <a:cubicBezTo>
                    <a:pt x="113700" y="106037"/>
                    <a:pt x="125939" y="77385"/>
                    <a:pt x="115868" y="52146"/>
                  </a:cubicBezTo>
                  <a:cubicBezTo>
                    <a:pt x="105797" y="26843"/>
                    <a:pt x="77125" y="14486"/>
                    <a:pt x="51808" y="24550"/>
                  </a:cubicBezTo>
                  <a:cubicBezTo>
                    <a:pt x="51668" y="24612"/>
                    <a:pt x="51528" y="24668"/>
                    <a:pt x="51388" y="2473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îşľí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D823A0E-262F-455A-B885-D3E8BC23C540}"/>
                </a:ext>
              </a:extLst>
            </p:cNvPr>
            <p:cNvSpPr/>
            <p:nvPr/>
          </p:nvSpPr>
          <p:spPr>
            <a:xfrm>
              <a:off x="7673746" y="1864480"/>
              <a:ext cx="68268" cy="68275"/>
            </a:xfrm>
            <a:custGeom>
              <a:avLst/>
              <a:gdLst>
                <a:gd name="connsiteX0" fmla="*/ 46212 w 68268"/>
                <a:gd name="connsiteY0" fmla="*/ 65614 h 68275"/>
                <a:gd name="connsiteX1" fmla="*/ 1804 w 68268"/>
                <a:gd name="connsiteY1" fmla="*/ 46683 h 68275"/>
                <a:gd name="connsiteX2" fmla="*/ 20756 w 68268"/>
                <a:gd name="connsiteY2" fmla="*/ 2289 h 68275"/>
                <a:gd name="connsiteX3" fmla="*/ 65165 w 68268"/>
                <a:gd name="connsiteY3" fmla="*/ 21220 h 68275"/>
                <a:gd name="connsiteX4" fmla="*/ 65165 w 68268"/>
                <a:gd name="connsiteY4" fmla="*/ 21276 h 68275"/>
                <a:gd name="connsiteX5" fmla="*/ 46212 w 68268"/>
                <a:gd name="connsiteY5" fmla="*/ 65614 h 68275"/>
                <a:gd name="connsiteX6" fmla="*/ 27400 w 68268"/>
                <a:gd name="connsiteY6" fmla="*/ 18618 h 68275"/>
                <a:gd name="connsiteX7" fmla="*/ 18238 w 68268"/>
                <a:gd name="connsiteY7" fmla="*/ 40088 h 68275"/>
                <a:gd name="connsiteX8" fmla="*/ 39709 w 68268"/>
                <a:gd name="connsiteY8" fmla="*/ 49243 h 68275"/>
                <a:gd name="connsiteX9" fmla="*/ 48870 w 68268"/>
                <a:gd name="connsiteY9" fmla="*/ 27780 h 68275"/>
                <a:gd name="connsiteX10" fmla="*/ 27400 w 68268"/>
                <a:gd name="connsiteY10" fmla="*/ 18618 h 6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268" h="68275">
                  <a:moveTo>
                    <a:pt x="46212" y="65614"/>
                  </a:moveTo>
                  <a:cubicBezTo>
                    <a:pt x="28728" y="72650"/>
                    <a:pt x="8867" y="64174"/>
                    <a:pt x="1804" y="46683"/>
                  </a:cubicBezTo>
                  <a:cubicBezTo>
                    <a:pt x="-5190" y="29200"/>
                    <a:pt x="3272" y="9324"/>
                    <a:pt x="20756" y="2289"/>
                  </a:cubicBezTo>
                  <a:cubicBezTo>
                    <a:pt x="38239" y="-4747"/>
                    <a:pt x="58101" y="3729"/>
                    <a:pt x="65165" y="21220"/>
                  </a:cubicBezTo>
                  <a:cubicBezTo>
                    <a:pt x="65165" y="21234"/>
                    <a:pt x="65165" y="21255"/>
                    <a:pt x="65165" y="21276"/>
                  </a:cubicBezTo>
                  <a:cubicBezTo>
                    <a:pt x="72158" y="38753"/>
                    <a:pt x="63696" y="58593"/>
                    <a:pt x="46212" y="65614"/>
                  </a:cubicBezTo>
                  <a:close/>
                  <a:moveTo>
                    <a:pt x="27400" y="18618"/>
                  </a:moveTo>
                  <a:cubicBezTo>
                    <a:pt x="18937" y="22017"/>
                    <a:pt x="14812" y="31633"/>
                    <a:pt x="18238" y="40088"/>
                  </a:cubicBezTo>
                  <a:cubicBezTo>
                    <a:pt x="21665" y="48543"/>
                    <a:pt x="31246" y="52648"/>
                    <a:pt x="39709" y="49243"/>
                  </a:cubicBezTo>
                  <a:cubicBezTo>
                    <a:pt x="48170" y="45844"/>
                    <a:pt x="52296" y="36235"/>
                    <a:pt x="48870" y="27780"/>
                  </a:cubicBezTo>
                  <a:cubicBezTo>
                    <a:pt x="45443" y="19353"/>
                    <a:pt x="35862" y="15262"/>
                    <a:pt x="27400" y="1861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îŝḻ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9EF0B68-8F16-49D9-9D3A-E5B8836B79CC}"/>
                </a:ext>
              </a:extLst>
            </p:cNvPr>
            <p:cNvSpPr/>
            <p:nvPr/>
          </p:nvSpPr>
          <p:spPr>
            <a:xfrm>
              <a:off x="4433628" y="2269951"/>
              <a:ext cx="152876" cy="152876"/>
            </a:xfrm>
            <a:custGeom>
              <a:avLst/>
              <a:gdLst>
                <a:gd name="connsiteX0" fmla="*/ 75788 w 152876"/>
                <a:gd name="connsiteY0" fmla="*/ 152690 h 152876"/>
                <a:gd name="connsiteX1" fmla="*/ -650 w 152876"/>
                <a:gd name="connsiteY1" fmla="*/ 76252 h 152876"/>
                <a:gd name="connsiteX2" fmla="*/ 75788 w 152876"/>
                <a:gd name="connsiteY2" fmla="*/ -186 h 152876"/>
                <a:gd name="connsiteX3" fmla="*/ 152226 w 152876"/>
                <a:gd name="connsiteY3" fmla="*/ 76252 h 152876"/>
                <a:gd name="connsiteX4" fmla="*/ 75788 w 152876"/>
                <a:gd name="connsiteY4" fmla="*/ 152690 h 152876"/>
                <a:gd name="connsiteX5" fmla="*/ 75788 w 152876"/>
                <a:gd name="connsiteY5" fmla="*/ 24850 h 152876"/>
                <a:gd name="connsiteX6" fmla="*/ 24317 w 152876"/>
                <a:gd name="connsiteY6" fmla="*/ 76182 h 152876"/>
                <a:gd name="connsiteX7" fmla="*/ 75648 w 152876"/>
                <a:gd name="connsiteY7" fmla="*/ 127654 h 152876"/>
                <a:gd name="connsiteX8" fmla="*/ 127120 w 152876"/>
                <a:gd name="connsiteY8" fmla="*/ 76322 h 152876"/>
                <a:gd name="connsiteX9" fmla="*/ 127120 w 152876"/>
                <a:gd name="connsiteY9" fmla="*/ 76252 h 152876"/>
                <a:gd name="connsiteX10" fmla="*/ 75788 w 152876"/>
                <a:gd name="connsiteY10" fmla="*/ 24850 h 15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876" h="152876">
                  <a:moveTo>
                    <a:pt x="75788" y="152690"/>
                  </a:moveTo>
                  <a:cubicBezTo>
                    <a:pt x="33576" y="152690"/>
                    <a:pt x="-650" y="118464"/>
                    <a:pt x="-650" y="76252"/>
                  </a:cubicBezTo>
                  <a:cubicBezTo>
                    <a:pt x="-650" y="34040"/>
                    <a:pt x="33576" y="-186"/>
                    <a:pt x="75788" y="-186"/>
                  </a:cubicBezTo>
                  <a:cubicBezTo>
                    <a:pt x="118008" y="-186"/>
                    <a:pt x="152226" y="34040"/>
                    <a:pt x="152226" y="76252"/>
                  </a:cubicBezTo>
                  <a:cubicBezTo>
                    <a:pt x="152191" y="118450"/>
                    <a:pt x="117987" y="152655"/>
                    <a:pt x="75788" y="152690"/>
                  </a:cubicBezTo>
                  <a:close/>
                  <a:moveTo>
                    <a:pt x="75788" y="24850"/>
                  </a:moveTo>
                  <a:cubicBezTo>
                    <a:pt x="47402" y="24808"/>
                    <a:pt x="24359" y="47796"/>
                    <a:pt x="24317" y="76182"/>
                  </a:cubicBezTo>
                  <a:cubicBezTo>
                    <a:pt x="24282" y="104568"/>
                    <a:pt x="47262" y="127612"/>
                    <a:pt x="75648" y="127654"/>
                  </a:cubicBezTo>
                  <a:cubicBezTo>
                    <a:pt x="104035" y="127695"/>
                    <a:pt x="127078" y="104708"/>
                    <a:pt x="127120" y="76322"/>
                  </a:cubicBezTo>
                  <a:cubicBezTo>
                    <a:pt x="127120" y="76301"/>
                    <a:pt x="127120" y="76273"/>
                    <a:pt x="127120" y="76252"/>
                  </a:cubicBezTo>
                  <a:cubicBezTo>
                    <a:pt x="127120" y="47894"/>
                    <a:pt x="104147" y="24892"/>
                    <a:pt x="75788" y="2485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îş1í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CC9B14B-554E-4531-AE61-7DD00FBE61CC}"/>
                </a:ext>
              </a:extLst>
            </p:cNvPr>
            <p:cNvSpPr/>
            <p:nvPr/>
          </p:nvSpPr>
          <p:spPr>
            <a:xfrm>
              <a:off x="4389359" y="2060988"/>
              <a:ext cx="241413" cy="570733"/>
            </a:xfrm>
            <a:custGeom>
              <a:avLst/>
              <a:gdLst>
                <a:gd name="connsiteX0" fmla="*/ 120057 w 241413"/>
                <a:gd name="connsiteY0" fmla="*/ 570547 h 570733"/>
                <a:gd name="connsiteX1" fmla="*/ -650 w 241413"/>
                <a:gd name="connsiteY1" fmla="*/ 285216 h 570733"/>
                <a:gd name="connsiteX2" fmla="*/ 120057 w 241413"/>
                <a:gd name="connsiteY2" fmla="*/ -186 h 570733"/>
                <a:gd name="connsiteX3" fmla="*/ 240763 w 241413"/>
                <a:gd name="connsiteY3" fmla="*/ 285216 h 570733"/>
                <a:gd name="connsiteX4" fmla="*/ 208174 w 241413"/>
                <a:gd name="connsiteY4" fmla="*/ 482710 h 570733"/>
                <a:gd name="connsiteX5" fmla="*/ 191914 w 241413"/>
                <a:gd name="connsiteY5" fmla="*/ 489738 h 570733"/>
                <a:gd name="connsiteX6" fmla="*/ 184886 w 241413"/>
                <a:gd name="connsiteY6" fmla="*/ 473479 h 570733"/>
                <a:gd name="connsiteX7" fmla="*/ 215657 w 241413"/>
                <a:gd name="connsiteY7" fmla="*/ 285216 h 570733"/>
                <a:gd name="connsiteX8" fmla="*/ 120057 w 241413"/>
                <a:gd name="connsiteY8" fmla="*/ 24920 h 570733"/>
                <a:gd name="connsiteX9" fmla="*/ 24456 w 241413"/>
                <a:gd name="connsiteY9" fmla="*/ 285216 h 570733"/>
                <a:gd name="connsiteX10" fmla="*/ 120057 w 241413"/>
                <a:gd name="connsiteY10" fmla="*/ 545441 h 570733"/>
                <a:gd name="connsiteX11" fmla="*/ 162017 w 241413"/>
                <a:gd name="connsiteY11" fmla="*/ 516838 h 570733"/>
                <a:gd name="connsiteX12" fmla="*/ 179326 w 241413"/>
                <a:gd name="connsiteY12" fmla="*/ 512684 h 570733"/>
                <a:gd name="connsiteX13" fmla="*/ 183480 w 241413"/>
                <a:gd name="connsiteY13" fmla="*/ 529999 h 570733"/>
                <a:gd name="connsiteX14" fmla="*/ 182438 w 241413"/>
                <a:gd name="connsiteY14" fmla="*/ 531454 h 570733"/>
                <a:gd name="connsiteX15" fmla="*/ 120057 w 241413"/>
                <a:gd name="connsiteY15" fmla="*/ 570547 h 57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1413" h="570733">
                  <a:moveTo>
                    <a:pt x="120057" y="570547"/>
                  </a:moveTo>
                  <a:cubicBezTo>
                    <a:pt x="52360" y="570547"/>
                    <a:pt x="-650" y="445225"/>
                    <a:pt x="-650" y="285216"/>
                  </a:cubicBezTo>
                  <a:cubicBezTo>
                    <a:pt x="-650" y="125206"/>
                    <a:pt x="52360" y="-186"/>
                    <a:pt x="120057" y="-186"/>
                  </a:cubicBezTo>
                  <a:cubicBezTo>
                    <a:pt x="187753" y="-186"/>
                    <a:pt x="240763" y="125206"/>
                    <a:pt x="240763" y="285216"/>
                  </a:cubicBezTo>
                  <a:cubicBezTo>
                    <a:pt x="240763" y="359626"/>
                    <a:pt x="229154" y="429770"/>
                    <a:pt x="208174" y="482710"/>
                  </a:cubicBezTo>
                  <a:cubicBezTo>
                    <a:pt x="205621" y="489144"/>
                    <a:pt x="198348" y="492291"/>
                    <a:pt x="191914" y="489738"/>
                  </a:cubicBezTo>
                  <a:cubicBezTo>
                    <a:pt x="185480" y="487193"/>
                    <a:pt x="182333" y="479913"/>
                    <a:pt x="184886" y="473479"/>
                  </a:cubicBezTo>
                  <a:cubicBezTo>
                    <a:pt x="204747" y="423406"/>
                    <a:pt x="215657" y="356479"/>
                    <a:pt x="215657" y="285216"/>
                  </a:cubicBezTo>
                  <a:cubicBezTo>
                    <a:pt x="215657" y="162061"/>
                    <a:pt x="176424" y="24920"/>
                    <a:pt x="120057" y="24920"/>
                  </a:cubicBezTo>
                  <a:cubicBezTo>
                    <a:pt x="63690" y="24920"/>
                    <a:pt x="24456" y="162341"/>
                    <a:pt x="24456" y="285216"/>
                  </a:cubicBezTo>
                  <a:cubicBezTo>
                    <a:pt x="24456" y="408090"/>
                    <a:pt x="63690" y="545441"/>
                    <a:pt x="120057" y="545441"/>
                  </a:cubicBezTo>
                  <a:cubicBezTo>
                    <a:pt x="137820" y="545441"/>
                    <a:pt x="152716" y="529846"/>
                    <a:pt x="162017" y="516838"/>
                  </a:cubicBezTo>
                  <a:cubicBezTo>
                    <a:pt x="165654" y="510914"/>
                    <a:pt x="173403" y="509054"/>
                    <a:pt x="179326" y="512684"/>
                  </a:cubicBezTo>
                  <a:cubicBezTo>
                    <a:pt x="185257" y="516320"/>
                    <a:pt x="187117" y="524069"/>
                    <a:pt x="183480" y="529999"/>
                  </a:cubicBezTo>
                  <a:cubicBezTo>
                    <a:pt x="183165" y="530510"/>
                    <a:pt x="182823" y="530992"/>
                    <a:pt x="182438" y="531454"/>
                  </a:cubicBezTo>
                  <a:cubicBezTo>
                    <a:pt x="164115" y="556980"/>
                    <a:pt x="142575" y="570547"/>
                    <a:pt x="120057" y="570547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îṥļï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BD1D239-9B3F-4F76-A073-D8A3770DF836}"/>
                </a:ext>
              </a:extLst>
            </p:cNvPr>
            <p:cNvSpPr/>
            <p:nvPr/>
          </p:nvSpPr>
          <p:spPr>
            <a:xfrm>
              <a:off x="4254233" y="2169545"/>
              <a:ext cx="511664" cy="353148"/>
            </a:xfrm>
            <a:custGeom>
              <a:avLst/>
              <a:gdLst>
                <a:gd name="connsiteX0" fmla="*/ 418549 w 511664"/>
                <a:gd name="connsiteY0" fmla="*/ 352963 h 353148"/>
                <a:gd name="connsiteX1" fmla="*/ 195668 w 511664"/>
                <a:gd name="connsiteY1" fmla="*/ 281630 h 353148"/>
                <a:gd name="connsiteX2" fmla="*/ 39855 w 511664"/>
                <a:gd name="connsiteY2" fmla="*/ 155748 h 353148"/>
                <a:gd name="connsiteX3" fmla="*/ 6916 w 511664"/>
                <a:gd name="connsiteY3" fmla="*/ 35811 h 353148"/>
                <a:gd name="connsiteX4" fmla="*/ 24015 w 511664"/>
                <a:gd name="connsiteY4" fmla="*/ 31090 h 353148"/>
                <a:gd name="connsiteX5" fmla="*/ 28735 w 511664"/>
                <a:gd name="connsiteY5" fmla="*/ 48189 h 353148"/>
                <a:gd name="connsiteX6" fmla="*/ 59437 w 511664"/>
                <a:gd name="connsiteY6" fmla="*/ 140013 h 353148"/>
                <a:gd name="connsiteX7" fmla="*/ 208047 w 511664"/>
                <a:gd name="connsiteY7" fmla="*/ 259670 h 353148"/>
                <a:gd name="connsiteX8" fmla="*/ 481630 w 511664"/>
                <a:gd name="connsiteY8" fmla="*/ 304848 h 353148"/>
                <a:gd name="connsiteX9" fmla="*/ 450929 w 511664"/>
                <a:gd name="connsiteY9" fmla="*/ 212954 h 353148"/>
                <a:gd name="connsiteX10" fmla="*/ 302318 w 511664"/>
                <a:gd name="connsiteY10" fmla="*/ 93297 h 353148"/>
                <a:gd name="connsiteX11" fmla="*/ 60206 w 511664"/>
                <a:gd name="connsiteY11" fmla="*/ 28118 h 353148"/>
                <a:gd name="connsiteX12" fmla="*/ 45065 w 511664"/>
                <a:gd name="connsiteY12" fmla="*/ 18852 h 353148"/>
                <a:gd name="connsiteX13" fmla="*/ 54331 w 511664"/>
                <a:gd name="connsiteY13" fmla="*/ 3711 h 353148"/>
                <a:gd name="connsiteX14" fmla="*/ 314697 w 511664"/>
                <a:gd name="connsiteY14" fmla="*/ 71477 h 353148"/>
                <a:gd name="connsiteX15" fmla="*/ 470510 w 511664"/>
                <a:gd name="connsiteY15" fmla="*/ 197359 h 353148"/>
                <a:gd name="connsiteX16" fmla="*/ 503449 w 511664"/>
                <a:gd name="connsiteY16" fmla="*/ 317366 h 353148"/>
                <a:gd name="connsiteX17" fmla="*/ 418549 w 511664"/>
                <a:gd name="connsiteY17" fmla="*/ 352963 h 35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664" h="353148">
                  <a:moveTo>
                    <a:pt x="418549" y="352963"/>
                  </a:moveTo>
                  <a:cubicBezTo>
                    <a:pt x="359245" y="352963"/>
                    <a:pt x="278191" y="328346"/>
                    <a:pt x="195668" y="281630"/>
                  </a:cubicBezTo>
                  <a:cubicBezTo>
                    <a:pt x="130909" y="244914"/>
                    <a:pt x="75591" y="200296"/>
                    <a:pt x="39855" y="155748"/>
                  </a:cubicBezTo>
                  <a:cubicBezTo>
                    <a:pt x="1671" y="108332"/>
                    <a:pt x="-10009" y="65673"/>
                    <a:pt x="6916" y="35811"/>
                  </a:cubicBezTo>
                  <a:cubicBezTo>
                    <a:pt x="10336" y="29782"/>
                    <a:pt x="17987" y="27670"/>
                    <a:pt x="24015" y="31090"/>
                  </a:cubicBezTo>
                  <a:cubicBezTo>
                    <a:pt x="30043" y="34510"/>
                    <a:pt x="32155" y="42161"/>
                    <a:pt x="28735" y="48189"/>
                  </a:cubicBezTo>
                  <a:cubicBezTo>
                    <a:pt x="17406" y="68190"/>
                    <a:pt x="28735" y="101689"/>
                    <a:pt x="59437" y="140013"/>
                  </a:cubicBezTo>
                  <a:cubicBezTo>
                    <a:pt x="93215" y="181973"/>
                    <a:pt x="146015" y="224493"/>
                    <a:pt x="208047" y="259670"/>
                  </a:cubicBezTo>
                  <a:cubicBezTo>
                    <a:pt x="315116" y="320373"/>
                    <a:pt x="453796" y="353802"/>
                    <a:pt x="481630" y="304848"/>
                  </a:cubicBezTo>
                  <a:cubicBezTo>
                    <a:pt x="492959" y="284777"/>
                    <a:pt x="481630" y="251278"/>
                    <a:pt x="450929" y="212954"/>
                  </a:cubicBezTo>
                  <a:cubicBezTo>
                    <a:pt x="417150" y="170994"/>
                    <a:pt x="364350" y="128473"/>
                    <a:pt x="302318" y="93297"/>
                  </a:cubicBezTo>
                  <a:cubicBezTo>
                    <a:pt x="210774" y="41405"/>
                    <a:pt x="113496" y="15250"/>
                    <a:pt x="60206" y="28118"/>
                  </a:cubicBezTo>
                  <a:cubicBezTo>
                    <a:pt x="53464" y="29740"/>
                    <a:pt x="46688" y="25593"/>
                    <a:pt x="45065" y="18852"/>
                  </a:cubicBezTo>
                  <a:cubicBezTo>
                    <a:pt x="43442" y="12110"/>
                    <a:pt x="47589" y="5333"/>
                    <a:pt x="54331" y="3711"/>
                  </a:cubicBezTo>
                  <a:cubicBezTo>
                    <a:pt x="114265" y="-10766"/>
                    <a:pt x="216439" y="15809"/>
                    <a:pt x="314697" y="71477"/>
                  </a:cubicBezTo>
                  <a:cubicBezTo>
                    <a:pt x="379455" y="108193"/>
                    <a:pt x="434774" y="152811"/>
                    <a:pt x="470510" y="197359"/>
                  </a:cubicBezTo>
                  <a:cubicBezTo>
                    <a:pt x="508694" y="244844"/>
                    <a:pt x="520373" y="287434"/>
                    <a:pt x="503449" y="317366"/>
                  </a:cubicBezTo>
                  <a:cubicBezTo>
                    <a:pt x="489812" y="341353"/>
                    <a:pt x="459321" y="352963"/>
                    <a:pt x="418549" y="352963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îš1í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D93D1BE-AF81-4542-88A1-698443DA00B7}"/>
                </a:ext>
              </a:extLst>
            </p:cNvPr>
            <p:cNvSpPr/>
            <p:nvPr/>
          </p:nvSpPr>
          <p:spPr>
            <a:xfrm>
              <a:off x="4254023" y="2169927"/>
              <a:ext cx="511561" cy="352766"/>
            </a:xfrm>
            <a:custGeom>
              <a:avLst/>
              <a:gdLst>
                <a:gd name="connsiteX0" fmla="*/ 91816 w 511561"/>
                <a:gd name="connsiteY0" fmla="*/ 352580 h 352766"/>
                <a:gd name="connsiteX1" fmla="*/ 6916 w 511561"/>
                <a:gd name="connsiteY1" fmla="*/ 316984 h 352766"/>
                <a:gd name="connsiteX2" fmla="*/ 39855 w 511561"/>
                <a:gd name="connsiteY2" fmla="*/ 196977 h 352766"/>
                <a:gd name="connsiteX3" fmla="*/ 195668 w 511561"/>
                <a:gd name="connsiteY3" fmla="*/ 71095 h 352766"/>
                <a:gd name="connsiteX4" fmla="*/ 503379 w 511561"/>
                <a:gd name="connsiteY4" fmla="*/ 35428 h 352766"/>
                <a:gd name="connsiteX5" fmla="*/ 502050 w 511561"/>
                <a:gd name="connsiteY5" fmla="*/ 104663 h 352766"/>
                <a:gd name="connsiteX6" fmla="*/ 485616 w 511561"/>
                <a:gd name="connsiteY6" fmla="*/ 111307 h 352766"/>
                <a:gd name="connsiteX7" fmla="*/ 478972 w 511561"/>
                <a:gd name="connsiteY7" fmla="*/ 94873 h 352766"/>
                <a:gd name="connsiteX8" fmla="*/ 481560 w 511561"/>
                <a:gd name="connsiteY8" fmla="*/ 47807 h 352766"/>
                <a:gd name="connsiteX9" fmla="*/ 207977 w 511561"/>
                <a:gd name="connsiteY9" fmla="*/ 92914 h 352766"/>
                <a:gd name="connsiteX10" fmla="*/ 59366 w 511561"/>
                <a:gd name="connsiteY10" fmla="*/ 212572 h 352766"/>
                <a:gd name="connsiteX11" fmla="*/ 28665 w 511561"/>
                <a:gd name="connsiteY11" fmla="*/ 304466 h 352766"/>
                <a:gd name="connsiteX12" fmla="*/ 302248 w 511561"/>
                <a:gd name="connsiteY12" fmla="*/ 259288 h 352766"/>
                <a:gd name="connsiteX13" fmla="*/ 452607 w 511561"/>
                <a:gd name="connsiteY13" fmla="*/ 137463 h 352766"/>
                <a:gd name="connsiteX14" fmla="*/ 470195 w 511561"/>
                <a:gd name="connsiteY14" fmla="*/ 135400 h 352766"/>
                <a:gd name="connsiteX15" fmla="*/ 472259 w 511561"/>
                <a:gd name="connsiteY15" fmla="*/ 152988 h 352766"/>
                <a:gd name="connsiteX16" fmla="*/ 314626 w 511561"/>
                <a:gd name="connsiteY16" fmla="*/ 281108 h 352766"/>
                <a:gd name="connsiteX17" fmla="*/ 91816 w 511561"/>
                <a:gd name="connsiteY17" fmla="*/ 352580 h 35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561" h="352766">
                  <a:moveTo>
                    <a:pt x="91816" y="352580"/>
                  </a:moveTo>
                  <a:cubicBezTo>
                    <a:pt x="51044" y="352580"/>
                    <a:pt x="20553" y="340971"/>
                    <a:pt x="6916" y="316984"/>
                  </a:cubicBezTo>
                  <a:cubicBezTo>
                    <a:pt x="-10008" y="287052"/>
                    <a:pt x="1671" y="244462"/>
                    <a:pt x="39855" y="196977"/>
                  </a:cubicBezTo>
                  <a:cubicBezTo>
                    <a:pt x="75591" y="152568"/>
                    <a:pt x="130769" y="107950"/>
                    <a:pt x="195668" y="71095"/>
                  </a:cubicBezTo>
                  <a:cubicBezTo>
                    <a:pt x="334908" y="-7791"/>
                    <a:pt x="470021" y="-23456"/>
                    <a:pt x="503379" y="35428"/>
                  </a:cubicBezTo>
                  <a:cubicBezTo>
                    <a:pt x="513869" y="53961"/>
                    <a:pt x="513380" y="77879"/>
                    <a:pt x="502050" y="104663"/>
                  </a:cubicBezTo>
                  <a:cubicBezTo>
                    <a:pt x="499344" y="111034"/>
                    <a:pt x="491987" y="114014"/>
                    <a:pt x="485616" y="111307"/>
                  </a:cubicBezTo>
                  <a:cubicBezTo>
                    <a:pt x="479245" y="108601"/>
                    <a:pt x="476266" y="101244"/>
                    <a:pt x="478972" y="94873"/>
                  </a:cubicBezTo>
                  <a:cubicBezTo>
                    <a:pt x="484707" y="81445"/>
                    <a:pt x="489742" y="62283"/>
                    <a:pt x="481560" y="47807"/>
                  </a:cubicBezTo>
                  <a:cubicBezTo>
                    <a:pt x="453586" y="-1147"/>
                    <a:pt x="315046" y="32212"/>
                    <a:pt x="207977" y="92914"/>
                  </a:cubicBezTo>
                  <a:cubicBezTo>
                    <a:pt x="145945" y="127882"/>
                    <a:pt x="93145" y="170612"/>
                    <a:pt x="59366" y="212572"/>
                  </a:cubicBezTo>
                  <a:cubicBezTo>
                    <a:pt x="28526" y="250896"/>
                    <a:pt x="17406" y="284394"/>
                    <a:pt x="28665" y="304466"/>
                  </a:cubicBezTo>
                  <a:cubicBezTo>
                    <a:pt x="56639" y="353420"/>
                    <a:pt x="195179" y="319991"/>
                    <a:pt x="302248" y="259288"/>
                  </a:cubicBezTo>
                  <a:cubicBezTo>
                    <a:pt x="365189" y="223412"/>
                    <a:pt x="418899" y="180192"/>
                    <a:pt x="452607" y="137463"/>
                  </a:cubicBezTo>
                  <a:cubicBezTo>
                    <a:pt x="456894" y="132036"/>
                    <a:pt x="464768" y="131113"/>
                    <a:pt x="470195" y="135400"/>
                  </a:cubicBezTo>
                  <a:cubicBezTo>
                    <a:pt x="475622" y="139687"/>
                    <a:pt x="476545" y="147561"/>
                    <a:pt x="472259" y="152988"/>
                  </a:cubicBezTo>
                  <a:cubicBezTo>
                    <a:pt x="436662" y="198166"/>
                    <a:pt x="380644" y="243902"/>
                    <a:pt x="314626" y="281108"/>
                  </a:cubicBezTo>
                  <a:cubicBezTo>
                    <a:pt x="232384" y="327964"/>
                    <a:pt x="151330" y="352510"/>
                    <a:pt x="91816" y="35258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îṩ1iḍ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CD60D29-924F-4625-A6A6-7771C89FBC7D}"/>
                </a:ext>
              </a:extLst>
            </p:cNvPr>
            <p:cNvSpPr/>
            <p:nvPr/>
          </p:nvSpPr>
          <p:spPr>
            <a:xfrm>
              <a:off x="4715463" y="2179946"/>
              <a:ext cx="63780" cy="63780"/>
            </a:xfrm>
            <a:custGeom>
              <a:avLst/>
              <a:gdLst>
                <a:gd name="connsiteX0" fmla="*/ 63780 w 63780"/>
                <a:gd name="connsiteY0" fmla="*/ 31890 h 63780"/>
                <a:gd name="connsiteX1" fmla="*/ 31890 w 63780"/>
                <a:gd name="connsiteY1" fmla="*/ 63780 h 63780"/>
                <a:gd name="connsiteX2" fmla="*/ 0 w 63780"/>
                <a:gd name="connsiteY2" fmla="*/ 31890 h 63780"/>
                <a:gd name="connsiteX3" fmla="*/ 31890 w 63780"/>
                <a:gd name="connsiteY3" fmla="*/ 0 h 63780"/>
                <a:gd name="connsiteX4" fmla="*/ 63780 w 63780"/>
                <a:gd name="connsiteY4" fmla="*/ 31890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780" y="31890"/>
                  </a:moveTo>
                  <a:cubicBezTo>
                    <a:pt x="63780" y="49502"/>
                    <a:pt x="49502" y="63780"/>
                    <a:pt x="31890" y="63780"/>
                  </a:cubicBezTo>
                  <a:cubicBezTo>
                    <a:pt x="14278" y="63780"/>
                    <a:pt x="0" y="49502"/>
                    <a:pt x="0" y="31890"/>
                  </a:cubicBezTo>
                  <a:cubicBezTo>
                    <a:pt x="0" y="14278"/>
                    <a:pt x="14278" y="0"/>
                    <a:pt x="31890" y="0"/>
                  </a:cubicBezTo>
                  <a:cubicBezTo>
                    <a:pt x="49502" y="0"/>
                    <a:pt x="63780" y="14278"/>
                    <a:pt x="63780" y="31890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iṣľ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6B74F44-0B18-4B5F-A905-8A507329F9E8}"/>
                </a:ext>
              </a:extLst>
            </p:cNvPr>
            <p:cNvSpPr/>
            <p:nvPr/>
          </p:nvSpPr>
          <p:spPr>
            <a:xfrm rot="16999799">
              <a:off x="4333599" y="2346186"/>
              <a:ext cx="63780" cy="63780"/>
            </a:xfrm>
            <a:custGeom>
              <a:avLst/>
              <a:gdLst>
                <a:gd name="connsiteX0" fmla="*/ 63130 w 63780"/>
                <a:gd name="connsiteY0" fmla="*/ 31704 h 63780"/>
                <a:gd name="connsiteX1" fmla="*/ 31240 w 63780"/>
                <a:gd name="connsiteY1" fmla="*/ 63594 h 63780"/>
                <a:gd name="connsiteX2" fmla="*/ -650 w 63780"/>
                <a:gd name="connsiteY2" fmla="*/ 31704 h 63780"/>
                <a:gd name="connsiteX3" fmla="*/ 31240 w 63780"/>
                <a:gd name="connsiteY3" fmla="*/ -186 h 63780"/>
                <a:gd name="connsiteX4" fmla="*/ 63130 w 63780"/>
                <a:gd name="connsiteY4" fmla="*/ 31704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130" y="31704"/>
                  </a:moveTo>
                  <a:cubicBezTo>
                    <a:pt x="63130" y="49316"/>
                    <a:pt x="48853" y="63594"/>
                    <a:pt x="31240" y="63594"/>
                  </a:cubicBezTo>
                  <a:cubicBezTo>
                    <a:pt x="13628" y="63594"/>
                    <a:pt x="-650" y="49316"/>
                    <a:pt x="-650" y="31704"/>
                  </a:cubicBezTo>
                  <a:cubicBezTo>
                    <a:pt x="-650" y="14091"/>
                    <a:pt x="13628" y="-186"/>
                    <a:pt x="31240" y="-186"/>
                  </a:cubicBezTo>
                  <a:cubicBezTo>
                    <a:pt x="48853" y="-186"/>
                    <a:pt x="63130" y="14092"/>
                    <a:pt x="63130" y="31704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îsļí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F8103BE-91C8-4026-A59D-C9E1BDEBC607}"/>
                </a:ext>
              </a:extLst>
            </p:cNvPr>
            <p:cNvSpPr/>
            <p:nvPr/>
          </p:nvSpPr>
          <p:spPr>
            <a:xfrm>
              <a:off x="4478176" y="2041616"/>
              <a:ext cx="63780" cy="63780"/>
            </a:xfrm>
            <a:custGeom>
              <a:avLst/>
              <a:gdLst>
                <a:gd name="connsiteX0" fmla="*/ 63780 w 63780"/>
                <a:gd name="connsiteY0" fmla="*/ 31890 h 63780"/>
                <a:gd name="connsiteX1" fmla="*/ 31890 w 63780"/>
                <a:gd name="connsiteY1" fmla="*/ 63780 h 63780"/>
                <a:gd name="connsiteX2" fmla="*/ 0 w 63780"/>
                <a:gd name="connsiteY2" fmla="*/ 31890 h 63780"/>
                <a:gd name="connsiteX3" fmla="*/ 31890 w 63780"/>
                <a:gd name="connsiteY3" fmla="*/ 0 h 63780"/>
                <a:gd name="connsiteX4" fmla="*/ 63780 w 63780"/>
                <a:gd name="connsiteY4" fmla="*/ 31890 h 6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0" h="63780">
                  <a:moveTo>
                    <a:pt x="63780" y="31890"/>
                  </a:moveTo>
                  <a:cubicBezTo>
                    <a:pt x="63780" y="49502"/>
                    <a:pt x="49502" y="63780"/>
                    <a:pt x="31890" y="63780"/>
                  </a:cubicBezTo>
                  <a:cubicBezTo>
                    <a:pt x="14278" y="63780"/>
                    <a:pt x="0" y="49502"/>
                    <a:pt x="0" y="31890"/>
                  </a:cubicBezTo>
                  <a:cubicBezTo>
                    <a:pt x="0" y="14278"/>
                    <a:pt x="14278" y="0"/>
                    <a:pt x="31890" y="0"/>
                  </a:cubicBezTo>
                  <a:cubicBezTo>
                    <a:pt x="49502" y="0"/>
                    <a:pt x="63780" y="14278"/>
                    <a:pt x="63780" y="31890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íš1î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6E33BC6-6D8B-425D-84F4-A2E8FF166CD4}"/>
                </a:ext>
              </a:extLst>
            </p:cNvPr>
            <p:cNvSpPr/>
            <p:nvPr/>
          </p:nvSpPr>
          <p:spPr>
            <a:xfrm>
              <a:off x="5662266" y="1407604"/>
              <a:ext cx="100989" cy="101008"/>
            </a:xfrm>
            <a:custGeom>
              <a:avLst/>
              <a:gdLst>
                <a:gd name="connsiteX0" fmla="*/ 21626 w 100989"/>
                <a:gd name="connsiteY0" fmla="*/ 92184 h 101008"/>
                <a:gd name="connsiteX1" fmla="*/ 10016 w 100989"/>
                <a:gd name="connsiteY1" fmla="*/ 81345 h 101008"/>
                <a:gd name="connsiteX2" fmla="*/ 18814 w 100989"/>
                <a:gd name="connsiteY2" fmla="*/ 10480 h 101008"/>
                <a:gd name="connsiteX3" fmla="*/ 89679 w 100989"/>
                <a:gd name="connsiteY3" fmla="*/ 19278 h 101008"/>
                <a:gd name="connsiteX4" fmla="*/ 80881 w 100989"/>
                <a:gd name="connsiteY4" fmla="*/ 90142 h 101008"/>
                <a:gd name="connsiteX5" fmla="*/ 80860 w 100989"/>
                <a:gd name="connsiteY5" fmla="*/ 90156 h 101008"/>
                <a:gd name="connsiteX6" fmla="*/ 80860 w 100989"/>
                <a:gd name="connsiteY6" fmla="*/ 90156 h 101008"/>
                <a:gd name="connsiteX7" fmla="*/ 21626 w 100989"/>
                <a:gd name="connsiteY7" fmla="*/ 92184 h 101008"/>
                <a:gd name="connsiteX8" fmla="*/ 67433 w 100989"/>
                <a:gd name="connsiteY8" fmla="*/ 24208 h 101008"/>
                <a:gd name="connsiteX9" fmla="*/ 23759 w 100989"/>
                <a:gd name="connsiteY9" fmla="*/ 32782 h 101008"/>
                <a:gd name="connsiteX10" fmla="*/ 32333 w 100989"/>
                <a:gd name="connsiteY10" fmla="*/ 76456 h 101008"/>
                <a:gd name="connsiteX11" fmla="*/ 69181 w 100989"/>
                <a:gd name="connsiteY11" fmla="*/ 75190 h 101008"/>
                <a:gd name="connsiteX12" fmla="*/ 69181 w 100989"/>
                <a:gd name="connsiteY12" fmla="*/ 75190 h 101008"/>
                <a:gd name="connsiteX13" fmla="*/ 74825 w 100989"/>
                <a:gd name="connsiteY13" fmla="*/ 31146 h 101008"/>
                <a:gd name="connsiteX14" fmla="*/ 74706 w 100989"/>
                <a:gd name="connsiteY14" fmla="*/ 30992 h 101008"/>
                <a:gd name="connsiteX15" fmla="*/ 67433 w 100989"/>
                <a:gd name="connsiteY15" fmla="*/ 24208 h 101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989" h="101008">
                  <a:moveTo>
                    <a:pt x="21626" y="92184"/>
                  </a:moveTo>
                  <a:cubicBezTo>
                    <a:pt x="17220" y="89191"/>
                    <a:pt x="13304" y="85534"/>
                    <a:pt x="10016" y="81345"/>
                  </a:cubicBezTo>
                  <a:cubicBezTo>
                    <a:pt x="-7124" y="59350"/>
                    <a:pt x="-3187" y="27621"/>
                    <a:pt x="18814" y="10480"/>
                  </a:cubicBezTo>
                  <a:cubicBezTo>
                    <a:pt x="40809" y="-6661"/>
                    <a:pt x="72538" y="-2724"/>
                    <a:pt x="89679" y="19278"/>
                  </a:cubicBezTo>
                  <a:cubicBezTo>
                    <a:pt x="106812" y="41272"/>
                    <a:pt x="102875" y="73001"/>
                    <a:pt x="80881" y="90142"/>
                  </a:cubicBezTo>
                  <a:cubicBezTo>
                    <a:pt x="80874" y="90149"/>
                    <a:pt x="80867" y="90149"/>
                    <a:pt x="80860" y="90156"/>
                  </a:cubicBezTo>
                  <a:lnTo>
                    <a:pt x="80860" y="90156"/>
                  </a:lnTo>
                  <a:cubicBezTo>
                    <a:pt x="63635" y="103591"/>
                    <a:pt x="39725" y="104409"/>
                    <a:pt x="21626" y="92184"/>
                  </a:cubicBezTo>
                  <a:close/>
                  <a:moveTo>
                    <a:pt x="67433" y="24208"/>
                  </a:moveTo>
                  <a:cubicBezTo>
                    <a:pt x="53005" y="14515"/>
                    <a:pt x="33452" y="18355"/>
                    <a:pt x="23759" y="32782"/>
                  </a:cubicBezTo>
                  <a:cubicBezTo>
                    <a:pt x="14066" y="47210"/>
                    <a:pt x="17905" y="66763"/>
                    <a:pt x="32333" y="76456"/>
                  </a:cubicBezTo>
                  <a:cubicBezTo>
                    <a:pt x="43606" y="84023"/>
                    <a:pt x="58460" y="83513"/>
                    <a:pt x="69181" y="75190"/>
                  </a:cubicBezTo>
                  <a:lnTo>
                    <a:pt x="69181" y="75190"/>
                  </a:lnTo>
                  <a:cubicBezTo>
                    <a:pt x="82902" y="64588"/>
                    <a:pt x="85427" y="44867"/>
                    <a:pt x="74825" y="31146"/>
                  </a:cubicBezTo>
                  <a:cubicBezTo>
                    <a:pt x="74783" y="31090"/>
                    <a:pt x="74748" y="31041"/>
                    <a:pt x="74706" y="30992"/>
                  </a:cubicBezTo>
                  <a:cubicBezTo>
                    <a:pt x="72650" y="28362"/>
                    <a:pt x="70195" y="26076"/>
                    <a:pt x="67433" y="2420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ïšļîḓ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72529DB-3412-485B-971A-C01D8764AB04}"/>
                </a:ext>
              </a:extLst>
            </p:cNvPr>
            <p:cNvSpPr/>
            <p:nvPr/>
          </p:nvSpPr>
          <p:spPr>
            <a:xfrm>
              <a:off x="5690860" y="1435917"/>
              <a:ext cx="43919" cy="43919"/>
            </a:xfrm>
            <a:custGeom>
              <a:avLst/>
              <a:gdLst>
                <a:gd name="connsiteX0" fmla="*/ 34782 w 43919"/>
                <a:gd name="connsiteY0" fmla="*/ 39115 h 43919"/>
                <a:gd name="connsiteX1" fmla="*/ 3969 w 43919"/>
                <a:gd name="connsiteY1" fmla="*/ 35247 h 43919"/>
                <a:gd name="connsiteX2" fmla="*/ 7837 w 43919"/>
                <a:gd name="connsiteY2" fmla="*/ 4434 h 43919"/>
                <a:gd name="connsiteX3" fmla="*/ 38628 w 43919"/>
                <a:gd name="connsiteY3" fmla="*/ 8274 h 43919"/>
                <a:gd name="connsiteX4" fmla="*/ 34810 w 43919"/>
                <a:gd name="connsiteY4" fmla="*/ 39094 h 43919"/>
                <a:gd name="connsiteX5" fmla="*/ 34782 w 43919"/>
                <a:gd name="connsiteY5" fmla="*/ 39115 h 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919" h="43919">
                  <a:moveTo>
                    <a:pt x="34782" y="39115"/>
                  </a:moveTo>
                  <a:cubicBezTo>
                    <a:pt x="25208" y="46556"/>
                    <a:pt x="11410" y="44821"/>
                    <a:pt x="3969" y="35247"/>
                  </a:cubicBezTo>
                  <a:cubicBezTo>
                    <a:pt x="-3472" y="25666"/>
                    <a:pt x="-1737" y="11875"/>
                    <a:pt x="7837" y="4434"/>
                  </a:cubicBezTo>
                  <a:cubicBezTo>
                    <a:pt x="17404" y="-3000"/>
                    <a:pt x="31180" y="-1279"/>
                    <a:pt x="38628" y="8274"/>
                  </a:cubicBezTo>
                  <a:cubicBezTo>
                    <a:pt x="46084" y="17841"/>
                    <a:pt x="44377" y="31639"/>
                    <a:pt x="34810" y="39094"/>
                  </a:cubicBezTo>
                  <a:cubicBezTo>
                    <a:pt x="34803" y="39101"/>
                    <a:pt x="34789" y="39108"/>
                    <a:pt x="34782" y="39115"/>
                  </a:cubicBez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íśḻi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858911A-0029-4BC2-B407-0A426333907D}"/>
                </a:ext>
              </a:extLst>
            </p:cNvPr>
            <p:cNvSpPr/>
            <p:nvPr/>
          </p:nvSpPr>
          <p:spPr>
            <a:xfrm>
              <a:off x="5749091" y="1287663"/>
              <a:ext cx="93936" cy="93922"/>
            </a:xfrm>
            <a:custGeom>
              <a:avLst/>
              <a:gdLst>
                <a:gd name="connsiteX0" fmla="*/ 37884 w 93936"/>
                <a:gd name="connsiteY0" fmla="*/ 92118 h 93922"/>
                <a:gd name="connsiteX1" fmla="*/ 35716 w 93936"/>
                <a:gd name="connsiteY1" fmla="*/ 90090 h 93922"/>
                <a:gd name="connsiteX2" fmla="*/ 1378 w 93936"/>
                <a:gd name="connsiteY2" fmla="*/ 45962 h 93922"/>
                <a:gd name="connsiteX3" fmla="*/ 2952 w 93936"/>
                <a:gd name="connsiteY3" fmla="*/ 32702 h 93922"/>
                <a:gd name="connsiteX4" fmla="*/ 2987 w 93936"/>
                <a:gd name="connsiteY4" fmla="*/ 32674 h 93922"/>
                <a:gd name="connsiteX5" fmla="*/ 40192 w 93936"/>
                <a:gd name="connsiteY5" fmla="*/ 3651 h 93922"/>
                <a:gd name="connsiteX6" fmla="*/ 65858 w 93936"/>
                <a:gd name="connsiteY6" fmla="*/ 6868 h 93922"/>
                <a:gd name="connsiteX7" fmla="*/ 89425 w 93936"/>
                <a:gd name="connsiteY7" fmla="*/ 37150 h 93922"/>
                <a:gd name="connsiteX8" fmla="*/ 93132 w 93936"/>
                <a:gd name="connsiteY8" fmla="*/ 50647 h 93922"/>
                <a:gd name="connsiteX9" fmla="*/ 86138 w 93936"/>
                <a:gd name="connsiteY9" fmla="*/ 62816 h 93922"/>
                <a:gd name="connsiteX10" fmla="*/ 48934 w 93936"/>
                <a:gd name="connsiteY10" fmla="*/ 91769 h 93922"/>
                <a:gd name="connsiteX11" fmla="*/ 37884 w 93936"/>
                <a:gd name="connsiteY11" fmla="*/ 92118 h 93922"/>
                <a:gd name="connsiteX12" fmla="*/ 22149 w 93936"/>
                <a:gd name="connsiteY12" fmla="*/ 41765 h 93922"/>
                <a:gd name="connsiteX13" fmla="*/ 44877 w 93936"/>
                <a:gd name="connsiteY13" fmla="*/ 70928 h 93922"/>
                <a:gd name="connsiteX14" fmla="*/ 74040 w 93936"/>
                <a:gd name="connsiteY14" fmla="*/ 48269 h 93922"/>
                <a:gd name="connsiteX15" fmla="*/ 51381 w 93936"/>
                <a:gd name="connsiteY15" fmla="*/ 19037 h 9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936" h="93922">
                  <a:moveTo>
                    <a:pt x="37884" y="92118"/>
                  </a:moveTo>
                  <a:cubicBezTo>
                    <a:pt x="37066" y="91552"/>
                    <a:pt x="36331" y="90873"/>
                    <a:pt x="35716" y="90090"/>
                  </a:cubicBezTo>
                  <a:lnTo>
                    <a:pt x="1378" y="45962"/>
                  </a:lnTo>
                  <a:cubicBezTo>
                    <a:pt x="-1853" y="41863"/>
                    <a:pt x="-1146" y="35933"/>
                    <a:pt x="2952" y="32702"/>
                  </a:cubicBezTo>
                  <a:cubicBezTo>
                    <a:pt x="2958" y="32695"/>
                    <a:pt x="2973" y="32681"/>
                    <a:pt x="2987" y="32674"/>
                  </a:cubicBezTo>
                  <a:lnTo>
                    <a:pt x="40192" y="3651"/>
                  </a:lnTo>
                  <a:cubicBezTo>
                    <a:pt x="48171" y="-2531"/>
                    <a:pt x="59647" y="-1090"/>
                    <a:pt x="65858" y="6868"/>
                  </a:cubicBezTo>
                  <a:lnTo>
                    <a:pt x="89425" y="37150"/>
                  </a:lnTo>
                  <a:cubicBezTo>
                    <a:pt x="92432" y="40961"/>
                    <a:pt x="93768" y="45829"/>
                    <a:pt x="93132" y="50647"/>
                  </a:cubicBezTo>
                  <a:cubicBezTo>
                    <a:pt x="92502" y="55466"/>
                    <a:pt x="89985" y="59844"/>
                    <a:pt x="86138" y="62816"/>
                  </a:cubicBezTo>
                  <a:lnTo>
                    <a:pt x="48934" y="91769"/>
                  </a:lnTo>
                  <a:cubicBezTo>
                    <a:pt x="45710" y="94258"/>
                    <a:pt x="41255" y="94398"/>
                    <a:pt x="37884" y="92118"/>
                  </a:cubicBezTo>
                  <a:close/>
                  <a:moveTo>
                    <a:pt x="22149" y="41765"/>
                  </a:moveTo>
                  <a:lnTo>
                    <a:pt x="44877" y="70928"/>
                  </a:lnTo>
                  <a:lnTo>
                    <a:pt x="74040" y="48269"/>
                  </a:lnTo>
                  <a:lnTo>
                    <a:pt x="51381" y="19037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ïṥľí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5C888F-74C7-444C-9097-F8AB2A3B1D7B}"/>
                </a:ext>
              </a:extLst>
            </p:cNvPr>
            <p:cNvSpPr/>
            <p:nvPr/>
          </p:nvSpPr>
          <p:spPr>
            <a:xfrm>
              <a:off x="5445467" y="1516432"/>
              <a:ext cx="95250" cy="106746"/>
            </a:xfrm>
            <a:custGeom>
              <a:avLst/>
              <a:gdLst>
                <a:gd name="connsiteX0" fmla="*/ 52750 w 95250"/>
                <a:gd name="connsiteY0" fmla="*/ 102875 h 106746"/>
                <a:gd name="connsiteX1" fmla="*/ 47994 w 95250"/>
                <a:gd name="connsiteY1" fmla="*/ 98469 h 106746"/>
                <a:gd name="connsiteX2" fmla="*/ 3586 w 95250"/>
                <a:gd name="connsiteY2" fmla="*/ 41403 h 106746"/>
                <a:gd name="connsiteX3" fmla="*/ 7222 w 95250"/>
                <a:gd name="connsiteY3" fmla="*/ 12380 h 106746"/>
                <a:gd name="connsiteX4" fmla="*/ 20790 w 95250"/>
                <a:gd name="connsiteY4" fmla="*/ 1820 h 106746"/>
                <a:gd name="connsiteX5" fmla="*/ 34776 w 95250"/>
                <a:gd name="connsiteY5" fmla="*/ 3568 h 106746"/>
                <a:gd name="connsiteX6" fmla="*/ 92402 w 95250"/>
                <a:gd name="connsiteY6" fmla="*/ 77489 h 106746"/>
                <a:gd name="connsiteX7" fmla="*/ 90766 w 95250"/>
                <a:gd name="connsiteY7" fmla="*/ 91734 h 106746"/>
                <a:gd name="connsiteX8" fmla="*/ 90654 w 95250"/>
                <a:gd name="connsiteY8" fmla="*/ 91825 h 106746"/>
                <a:gd name="connsiteX9" fmla="*/ 77087 w 95250"/>
                <a:gd name="connsiteY9" fmla="*/ 102455 h 106746"/>
                <a:gd name="connsiteX10" fmla="*/ 52750 w 95250"/>
                <a:gd name="connsiteY10" fmla="*/ 102875 h 106746"/>
                <a:gd name="connsiteX11" fmla="*/ 25265 w 95250"/>
                <a:gd name="connsiteY11" fmla="*/ 24199 h 106746"/>
                <a:gd name="connsiteX12" fmla="*/ 19740 w 95250"/>
                <a:gd name="connsiteY12" fmla="*/ 28465 h 106746"/>
                <a:gd name="connsiteX13" fmla="*/ 64149 w 95250"/>
                <a:gd name="connsiteY13" fmla="*/ 85881 h 106746"/>
                <a:gd name="connsiteX14" fmla="*/ 64499 w 95250"/>
                <a:gd name="connsiteY14" fmla="*/ 85881 h 106746"/>
                <a:gd name="connsiteX15" fmla="*/ 70023 w 95250"/>
                <a:gd name="connsiteY15" fmla="*/ 81615 h 106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50" h="106746">
                  <a:moveTo>
                    <a:pt x="52750" y="102875"/>
                  </a:moveTo>
                  <a:cubicBezTo>
                    <a:pt x="50952" y="101651"/>
                    <a:pt x="49351" y="100168"/>
                    <a:pt x="47994" y="98469"/>
                  </a:cubicBezTo>
                  <a:lnTo>
                    <a:pt x="3586" y="41403"/>
                  </a:lnTo>
                  <a:cubicBezTo>
                    <a:pt x="-3254" y="32339"/>
                    <a:pt x="-1645" y="19478"/>
                    <a:pt x="7222" y="12380"/>
                  </a:cubicBezTo>
                  <a:lnTo>
                    <a:pt x="20790" y="1820"/>
                  </a:lnTo>
                  <a:cubicBezTo>
                    <a:pt x="25167" y="-1425"/>
                    <a:pt x="31328" y="-656"/>
                    <a:pt x="34776" y="3568"/>
                  </a:cubicBezTo>
                  <a:lnTo>
                    <a:pt x="92402" y="77489"/>
                  </a:lnTo>
                  <a:cubicBezTo>
                    <a:pt x="95885" y="81873"/>
                    <a:pt x="95151" y="88252"/>
                    <a:pt x="90766" y="91734"/>
                  </a:cubicBezTo>
                  <a:cubicBezTo>
                    <a:pt x="90731" y="91769"/>
                    <a:pt x="90696" y="91797"/>
                    <a:pt x="90654" y="91825"/>
                  </a:cubicBezTo>
                  <a:lnTo>
                    <a:pt x="77087" y="102455"/>
                  </a:lnTo>
                  <a:cubicBezTo>
                    <a:pt x="69890" y="107770"/>
                    <a:pt x="60120" y="107938"/>
                    <a:pt x="52750" y="102875"/>
                  </a:cubicBezTo>
                  <a:close/>
                  <a:moveTo>
                    <a:pt x="25265" y="24199"/>
                  </a:moveTo>
                  <a:lnTo>
                    <a:pt x="19740" y="28465"/>
                  </a:lnTo>
                  <a:lnTo>
                    <a:pt x="64149" y="85881"/>
                  </a:lnTo>
                  <a:lnTo>
                    <a:pt x="64499" y="85881"/>
                  </a:lnTo>
                  <a:lnTo>
                    <a:pt x="70023" y="81615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îśḷiḋ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415864-DD7B-4A35-BAC2-4FDDB944F7D8}"/>
                </a:ext>
              </a:extLst>
            </p:cNvPr>
            <p:cNvSpPr/>
            <p:nvPr/>
          </p:nvSpPr>
          <p:spPr>
            <a:xfrm>
              <a:off x="5271362" y="1455367"/>
              <a:ext cx="202728" cy="231666"/>
            </a:xfrm>
            <a:custGeom>
              <a:avLst/>
              <a:gdLst>
                <a:gd name="connsiteX0" fmla="*/ 170837 w 202728"/>
                <a:gd name="connsiteY0" fmla="*/ 228698 h 231666"/>
                <a:gd name="connsiteX1" fmla="*/ 167760 w 202728"/>
                <a:gd name="connsiteY1" fmla="*/ 225901 h 231666"/>
                <a:gd name="connsiteX2" fmla="*/ 2785 w 202728"/>
                <a:gd name="connsiteY2" fmla="*/ 30924 h 231666"/>
                <a:gd name="connsiteX3" fmla="*/ 4533 w 202728"/>
                <a:gd name="connsiteY3" fmla="*/ 9944 h 231666"/>
                <a:gd name="connsiteX4" fmla="*/ 12366 w 202728"/>
                <a:gd name="connsiteY4" fmla="*/ 3370 h 231666"/>
                <a:gd name="connsiteX5" fmla="*/ 23346 w 202728"/>
                <a:gd name="connsiteY5" fmla="*/ -127 h 231666"/>
                <a:gd name="connsiteX6" fmla="*/ 33556 w 202728"/>
                <a:gd name="connsiteY6" fmla="*/ 5118 h 231666"/>
                <a:gd name="connsiteX7" fmla="*/ 198461 w 202728"/>
                <a:gd name="connsiteY7" fmla="*/ 200165 h 231666"/>
                <a:gd name="connsiteX8" fmla="*/ 202028 w 202728"/>
                <a:gd name="connsiteY8" fmla="*/ 211075 h 231666"/>
                <a:gd name="connsiteX9" fmla="*/ 196712 w 202728"/>
                <a:gd name="connsiteY9" fmla="*/ 221285 h 231666"/>
                <a:gd name="connsiteX10" fmla="*/ 188950 w 202728"/>
                <a:gd name="connsiteY10" fmla="*/ 227929 h 231666"/>
                <a:gd name="connsiteX11" fmla="*/ 170837 w 202728"/>
                <a:gd name="connsiteY11" fmla="*/ 228908 h 231666"/>
                <a:gd name="connsiteX12" fmla="*/ 22366 w 202728"/>
                <a:gd name="connsiteY12" fmla="*/ 14350 h 231666"/>
                <a:gd name="connsiteX13" fmla="*/ 13975 w 202728"/>
                <a:gd name="connsiteY13" fmla="*/ 20923 h 231666"/>
                <a:gd name="connsiteX14" fmla="*/ 178879 w 202728"/>
                <a:gd name="connsiteY14" fmla="*/ 216739 h 231666"/>
                <a:gd name="connsiteX15" fmla="*/ 178879 w 202728"/>
                <a:gd name="connsiteY15" fmla="*/ 216739 h 231666"/>
                <a:gd name="connsiteX16" fmla="*/ 179509 w 202728"/>
                <a:gd name="connsiteY16" fmla="*/ 216739 h 231666"/>
                <a:gd name="connsiteX17" fmla="*/ 187272 w 202728"/>
                <a:gd name="connsiteY17" fmla="*/ 210166 h 23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728" h="231666">
                  <a:moveTo>
                    <a:pt x="170837" y="228698"/>
                  </a:moveTo>
                  <a:cubicBezTo>
                    <a:pt x="169683" y="227922"/>
                    <a:pt x="168648" y="226978"/>
                    <a:pt x="167760" y="225901"/>
                  </a:cubicBezTo>
                  <a:lnTo>
                    <a:pt x="2785" y="30924"/>
                  </a:lnTo>
                  <a:cubicBezTo>
                    <a:pt x="-2404" y="24609"/>
                    <a:pt x="-1628" y="15315"/>
                    <a:pt x="4533" y="9944"/>
                  </a:cubicBezTo>
                  <a:lnTo>
                    <a:pt x="12366" y="3370"/>
                  </a:lnTo>
                  <a:cubicBezTo>
                    <a:pt x="15408" y="775"/>
                    <a:pt x="19367" y="-483"/>
                    <a:pt x="23346" y="-127"/>
                  </a:cubicBezTo>
                  <a:cubicBezTo>
                    <a:pt x="27311" y="202"/>
                    <a:pt x="30982" y="2090"/>
                    <a:pt x="33556" y="5118"/>
                  </a:cubicBezTo>
                  <a:lnTo>
                    <a:pt x="198461" y="200165"/>
                  </a:lnTo>
                  <a:cubicBezTo>
                    <a:pt x="201077" y="203172"/>
                    <a:pt x="202356" y="207103"/>
                    <a:pt x="202028" y="211075"/>
                  </a:cubicBezTo>
                  <a:cubicBezTo>
                    <a:pt x="201685" y="215054"/>
                    <a:pt x="199776" y="218726"/>
                    <a:pt x="196712" y="221285"/>
                  </a:cubicBezTo>
                  <a:lnTo>
                    <a:pt x="188950" y="227929"/>
                  </a:lnTo>
                  <a:cubicBezTo>
                    <a:pt x="183810" y="232272"/>
                    <a:pt x="176411" y="232670"/>
                    <a:pt x="170837" y="228908"/>
                  </a:cubicBezTo>
                  <a:close/>
                  <a:moveTo>
                    <a:pt x="22366" y="14350"/>
                  </a:moveTo>
                  <a:lnTo>
                    <a:pt x="13975" y="20923"/>
                  </a:lnTo>
                  <a:lnTo>
                    <a:pt x="178879" y="216739"/>
                  </a:lnTo>
                  <a:lnTo>
                    <a:pt x="178879" y="216739"/>
                  </a:lnTo>
                  <a:cubicBezTo>
                    <a:pt x="178879" y="216739"/>
                    <a:pt x="179369" y="216739"/>
                    <a:pt x="179509" y="216739"/>
                  </a:cubicBezTo>
                  <a:lnTo>
                    <a:pt x="187272" y="210166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íṡ1ï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B0720AB-2981-47C1-AA92-A83EA4DF46AA}"/>
                </a:ext>
              </a:extLst>
            </p:cNvPr>
            <p:cNvSpPr/>
            <p:nvPr/>
          </p:nvSpPr>
          <p:spPr>
            <a:xfrm>
              <a:off x="5346744" y="1794458"/>
              <a:ext cx="220388" cy="236442"/>
            </a:xfrm>
            <a:custGeom>
              <a:avLst/>
              <a:gdLst>
                <a:gd name="connsiteX0" fmla="*/ 119793 w 220388"/>
                <a:gd name="connsiteY0" fmla="*/ 234523 h 236442"/>
                <a:gd name="connsiteX1" fmla="*/ 3771 w 220388"/>
                <a:gd name="connsiteY1" fmla="*/ 156127 h 236442"/>
                <a:gd name="connsiteX2" fmla="*/ 1044 w 220388"/>
                <a:gd name="connsiteY2" fmla="*/ 142140 h 236442"/>
                <a:gd name="connsiteX3" fmla="*/ 73147 w 220388"/>
                <a:gd name="connsiteY3" fmla="*/ 35141 h 236442"/>
                <a:gd name="connsiteX4" fmla="*/ 184412 w 220388"/>
                <a:gd name="connsiteY4" fmla="*/ 13531 h 236442"/>
                <a:gd name="connsiteX5" fmla="*/ 206022 w 220388"/>
                <a:gd name="connsiteY5" fmla="*/ 124796 h 236442"/>
                <a:gd name="connsiteX6" fmla="*/ 133919 w 220388"/>
                <a:gd name="connsiteY6" fmla="*/ 231796 h 236442"/>
                <a:gd name="connsiteX7" fmla="*/ 119793 w 220388"/>
                <a:gd name="connsiteY7" fmla="*/ 234523 h 236442"/>
                <a:gd name="connsiteX8" fmla="*/ 23703 w 220388"/>
                <a:gd name="connsiteY8" fmla="*/ 145078 h 236442"/>
                <a:gd name="connsiteX9" fmla="*/ 122730 w 220388"/>
                <a:gd name="connsiteY9" fmla="*/ 212075 h 236442"/>
                <a:gd name="connsiteX10" fmla="*/ 189167 w 220388"/>
                <a:gd name="connsiteY10" fmla="*/ 113607 h 236442"/>
                <a:gd name="connsiteX11" fmla="*/ 173152 w 220388"/>
                <a:gd name="connsiteY11" fmla="*/ 30525 h 236442"/>
                <a:gd name="connsiteX12" fmla="*/ 90071 w 220388"/>
                <a:gd name="connsiteY12" fmla="*/ 46540 h 23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388" h="236442">
                  <a:moveTo>
                    <a:pt x="119793" y="234523"/>
                  </a:moveTo>
                  <a:lnTo>
                    <a:pt x="3771" y="156127"/>
                  </a:lnTo>
                  <a:cubicBezTo>
                    <a:pt x="-809" y="152994"/>
                    <a:pt x="-2026" y="146763"/>
                    <a:pt x="1044" y="142140"/>
                  </a:cubicBezTo>
                  <a:lnTo>
                    <a:pt x="73147" y="35141"/>
                  </a:lnTo>
                  <a:cubicBezTo>
                    <a:pt x="97903" y="-1554"/>
                    <a:pt x="147717" y="-11226"/>
                    <a:pt x="184412" y="13531"/>
                  </a:cubicBezTo>
                  <a:cubicBezTo>
                    <a:pt x="221106" y="38288"/>
                    <a:pt x="230778" y="88102"/>
                    <a:pt x="206022" y="124796"/>
                  </a:cubicBezTo>
                  <a:lnTo>
                    <a:pt x="133919" y="231796"/>
                  </a:lnTo>
                  <a:cubicBezTo>
                    <a:pt x="130758" y="236433"/>
                    <a:pt x="124450" y="237650"/>
                    <a:pt x="119793" y="234523"/>
                  </a:cubicBezTo>
                  <a:close/>
                  <a:moveTo>
                    <a:pt x="23703" y="145078"/>
                  </a:moveTo>
                  <a:lnTo>
                    <a:pt x="122730" y="212075"/>
                  </a:lnTo>
                  <a:lnTo>
                    <a:pt x="189167" y="113607"/>
                  </a:lnTo>
                  <a:cubicBezTo>
                    <a:pt x="207686" y="86242"/>
                    <a:pt x="200518" y="49044"/>
                    <a:pt x="173152" y="30525"/>
                  </a:cubicBezTo>
                  <a:cubicBezTo>
                    <a:pt x="145787" y="12007"/>
                    <a:pt x="108589" y="19175"/>
                    <a:pt x="90071" y="4654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îS1ïḋ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58800C9-4EEB-4293-A227-8240F0D2F2E7}"/>
                </a:ext>
              </a:extLst>
            </p:cNvPr>
            <p:cNvSpPr/>
            <p:nvPr/>
          </p:nvSpPr>
          <p:spPr>
            <a:xfrm>
              <a:off x="5463432" y="1310686"/>
              <a:ext cx="344311" cy="299585"/>
            </a:xfrm>
            <a:custGeom>
              <a:avLst/>
              <a:gdLst>
                <a:gd name="connsiteX0" fmla="*/ 60660 w 344311"/>
                <a:gd name="connsiteY0" fmla="*/ 297641 h 299585"/>
                <a:gd name="connsiteX1" fmla="*/ 58353 w 344311"/>
                <a:gd name="connsiteY1" fmla="*/ 295473 h 299585"/>
                <a:gd name="connsiteX2" fmla="*/ 1356 w 344311"/>
                <a:gd name="connsiteY2" fmla="*/ 221902 h 299585"/>
                <a:gd name="connsiteX3" fmla="*/ 3104 w 344311"/>
                <a:gd name="connsiteY3" fmla="*/ 207915 h 299585"/>
                <a:gd name="connsiteX4" fmla="*/ 207033 w 344311"/>
                <a:gd name="connsiteY4" fmla="*/ 49164 h 299585"/>
                <a:gd name="connsiteX5" fmla="*/ 221369 w 344311"/>
                <a:gd name="connsiteY5" fmla="*/ 50983 h 299585"/>
                <a:gd name="connsiteX6" fmla="*/ 219551 w 344311"/>
                <a:gd name="connsiteY6" fmla="*/ 65319 h 299585"/>
                <a:gd name="connsiteX7" fmla="*/ 23735 w 344311"/>
                <a:gd name="connsiteY7" fmla="*/ 217706 h 299585"/>
                <a:gd name="connsiteX8" fmla="*/ 68493 w 344311"/>
                <a:gd name="connsiteY8" fmla="*/ 275192 h 299585"/>
                <a:gd name="connsiteX9" fmla="*/ 203116 w 344311"/>
                <a:gd name="connsiteY9" fmla="*/ 170291 h 299585"/>
                <a:gd name="connsiteX10" fmla="*/ 217523 w 344311"/>
                <a:gd name="connsiteY10" fmla="*/ 107350 h 299585"/>
                <a:gd name="connsiteX11" fmla="*/ 282282 w 344311"/>
                <a:gd name="connsiteY11" fmla="*/ 108888 h 299585"/>
                <a:gd name="connsiteX12" fmla="*/ 320536 w 344311"/>
                <a:gd name="connsiteY12" fmla="*/ 79096 h 299585"/>
                <a:gd name="connsiteX13" fmla="*/ 322089 w 344311"/>
                <a:gd name="connsiteY13" fmla="*/ 69326 h 299585"/>
                <a:gd name="connsiteX14" fmla="*/ 321795 w 344311"/>
                <a:gd name="connsiteY14" fmla="*/ 68956 h 299585"/>
                <a:gd name="connsiteX15" fmla="*/ 285989 w 344311"/>
                <a:gd name="connsiteY15" fmla="*/ 22869 h 299585"/>
                <a:gd name="connsiteX16" fmla="*/ 276219 w 344311"/>
                <a:gd name="connsiteY16" fmla="*/ 21324 h 299585"/>
                <a:gd name="connsiteX17" fmla="*/ 275848 w 344311"/>
                <a:gd name="connsiteY17" fmla="*/ 21610 h 299585"/>
                <a:gd name="connsiteX18" fmla="*/ 259414 w 344311"/>
                <a:gd name="connsiteY18" fmla="*/ 34408 h 299585"/>
                <a:gd name="connsiteX19" fmla="*/ 245077 w 344311"/>
                <a:gd name="connsiteY19" fmla="*/ 32660 h 299585"/>
                <a:gd name="connsiteX20" fmla="*/ 246825 w 344311"/>
                <a:gd name="connsiteY20" fmla="*/ 18323 h 299585"/>
                <a:gd name="connsiteX21" fmla="*/ 263260 w 344311"/>
                <a:gd name="connsiteY21" fmla="*/ 5525 h 299585"/>
                <a:gd name="connsiteX22" fmla="*/ 302073 w 344311"/>
                <a:gd name="connsiteY22" fmla="*/ 10351 h 299585"/>
                <a:gd name="connsiteX23" fmla="*/ 337950 w 344311"/>
                <a:gd name="connsiteY23" fmla="*/ 56438 h 299585"/>
                <a:gd name="connsiteX24" fmla="*/ 333124 w 344311"/>
                <a:gd name="connsiteY24" fmla="*/ 95251 h 299585"/>
                <a:gd name="connsiteX25" fmla="*/ 287597 w 344311"/>
                <a:gd name="connsiteY25" fmla="*/ 130638 h 299585"/>
                <a:gd name="connsiteX26" fmla="*/ 273610 w 344311"/>
                <a:gd name="connsiteY26" fmla="*/ 128889 h 299585"/>
                <a:gd name="connsiteX27" fmla="*/ 230461 w 344311"/>
                <a:gd name="connsiteY27" fmla="*/ 123505 h 299585"/>
                <a:gd name="connsiteX28" fmla="*/ 224929 w 344311"/>
                <a:gd name="connsiteY28" fmla="*/ 166472 h 299585"/>
                <a:gd name="connsiteX29" fmla="*/ 225076 w 344311"/>
                <a:gd name="connsiteY29" fmla="*/ 166654 h 299585"/>
                <a:gd name="connsiteX30" fmla="*/ 227174 w 344311"/>
                <a:gd name="connsiteY30" fmla="*/ 174207 h 299585"/>
                <a:gd name="connsiteX31" fmla="*/ 223257 w 344311"/>
                <a:gd name="connsiteY31" fmla="*/ 181200 h 299585"/>
                <a:gd name="connsiteX32" fmla="*/ 72689 w 344311"/>
                <a:gd name="connsiteY32" fmla="*/ 297221 h 299585"/>
                <a:gd name="connsiteX33" fmla="*/ 60660 w 344311"/>
                <a:gd name="connsiteY33" fmla="*/ 297641 h 29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44311" h="299585">
                  <a:moveTo>
                    <a:pt x="60660" y="297641"/>
                  </a:moveTo>
                  <a:cubicBezTo>
                    <a:pt x="59779" y="297053"/>
                    <a:pt x="58996" y="296319"/>
                    <a:pt x="58353" y="295473"/>
                  </a:cubicBezTo>
                  <a:lnTo>
                    <a:pt x="1356" y="221902"/>
                  </a:lnTo>
                  <a:cubicBezTo>
                    <a:pt x="-1889" y="217524"/>
                    <a:pt x="-1120" y="211363"/>
                    <a:pt x="3104" y="207915"/>
                  </a:cubicBezTo>
                  <a:lnTo>
                    <a:pt x="207033" y="49164"/>
                  </a:lnTo>
                  <a:cubicBezTo>
                    <a:pt x="211494" y="45710"/>
                    <a:pt x="217915" y="46521"/>
                    <a:pt x="221369" y="50983"/>
                  </a:cubicBezTo>
                  <a:cubicBezTo>
                    <a:pt x="224824" y="55444"/>
                    <a:pt x="224013" y="61864"/>
                    <a:pt x="219551" y="65319"/>
                  </a:cubicBezTo>
                  <a:lnTo>
                    <a:pt x="23735" y="217706"/>
                  </a:lnTo>
                  <a:lnTo>
                    <a:pt x="68493" y="275192"/>
                  </a:lnTo>
                  <a:lnTo>
                    <a:pt x="203116" y="170291"/>
                  </a:lnTo>
                  <a:cubicBezTo>
                    <a:pt x="192500" y="148534"/>
                    <a:pt x="198501" y="122323"/>
                    <a:pt x="217523" y="107350"/>
                  </a:cubicBezTo>
                  <a:cubicBezTo>
                    <a:pt x="236769" y="92510"/>
                    <a:pt x="263763" y="93153"/>
                    <a:pt x="282282" y="108888"/>
                  </a:cubicBezTo>
                  <a:lnTo>
                    <a:pt x="320536" y="79096"/>
                  </a:lnTo>
                  <a:cubicBezTo>
                    <a:pt x="323662" y="76823"/>
                    <a:pt x="324354" y="72453"/>
                    <a:pt x="322089" y="69326"/>
                  </a:cubicBezTo>
                  <a:cubicBezTo>
                    <a:pt x="321991" y="69201"/>
                    <a:pt x="321893" y="69075"/>
                    <a:pt x="321795" y="68956"/>
                  </a:cubicBezTo>
                  <a:lnTo>
                    <a:pt x="285989" y="22869"/>
                  </a:lnTo>
                  <a:cubicBezTo>
                    <a:pt x="283716" y="19743"/>
                    <a:pt x="279345" y="19051"/>
                    <a:pt x="276219" y="21324"/>
                  </a:cubicBezTo>
                  <a:cubicBezTo>
                    <a:pt x="276093" y="21414"/>
                    <a:pt x="275967" y="21512"/>
                    <a:pt x="275848" y="21610"/>
                  </a:cubicBezTo>
                  <a:lnTo>
                    <a:pt x="259414" y="34408"/>
                  </a:lnTo>
                  <a:cubicBezTo>
                    <a:pt x="254973" y="37884"/>
                    <a:pt x="248553" y="37101"/>
                    <a:pt x="245077" y="32660"/>
                  </a:cubicBezTo>
                  <a:cubicBezTo>
                    <a:pt x="241601" y="28219"/>
                    <a:pt x="242385" y="21799"/>
                    <a:pt x="246825" y="18323"/>
                  </a:cubicBezTo>
                  <a:lnTo>
                    <a:pt x="263260" y="5525"/>
                  </a:lnTo>
                  <a:cubicBezTo>
                    <a:pt x="275359" y="-3678"/>
                    <a:pt x="292598" y="-1538"/>
                    <a:pt x="302073" y="10351"/>
                  </a:cubicBezTo>
                  <a:lnTo>
                    <a:pt x="337950" y="56438"/>
                  </a:lnTo>
                  <a:cubicBezTo>
                    <a:pt x="347153" y="68536"/>
                    <a:pt x="345013" y="85775"/>
                    <a:pt x="333124" y="95251"/>
                  </a:cubicBezTo>
                  <a:lnTo>
                    <a:pt x="287597" y="130638"/>
                  </a:lnTo>
                  <a:cubicBezTo>
                    <a:pt x="283226" y="133918"/>
                    <a:pt x="277037" y="133149"/>
                    <a:pt x="273610" y="128889"/>
                  </a:cubicBezTo>
                  <a:cubicBezTo>
                    <a:pt x="263176" y="115497"/>
                    <a:pt x="243867" y="113091"/>
                    <a:pt x="230461" y="123505"/>
                  </a:cubicBezTo>
                  <a:cubicBezTo>
                    <a:pt x="217068" y="133841"/>
                    <a:pt x="214593" y="153080"/>
                    <a:pt x="224929" y="166472"/>
                  </a:cubicBezTo>
                  <a:cubicBezTo>
                    <a:pt x="224978" y="166528"/>
                    <a:pt x="225027" y="166591"/>
                    <a:pt x="225076" y="166654"/>
                  </a:cubicBezTo>
                  <a:cubicBezTo>
                    <a:pt x="226719" y="168808"/>
                    <a:pt x="227467" y="171514"/>
                    <a:pt x="227174" y="174207"/>
                  </a:cubicBezTo>
                  <a:cubicBezTo>
                    <a:pt x="226866" y="176969"/>
                    <a:pt x="225454" y="179494"/>
                    <a:pt x="223257" y="181200"/>
                  </a:cubicBezTo>
                  <a:lnTo>
                    <a:pt x="72689" y="297221"/>
                  </a:lnTo>
                  <a:cubicBezTo>
                    <a:pt x="69199" y="299963"/>
                    <a:pt x="64332" y="300131"/>
                    <a:pt x="60660" y="29764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iṥḻ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FEADF161-43F5-41A7-8775-76A803A51D31}"/>
                </a:ext>
              </a:extLst>
            </p:cNvPr>
            <p:cNvSpPr/>
            <p:nvPr/>
          </p:nvSpPr>
          <p:spPr>
            <a:xfrm>
              <a:off x="5544182" y="1477246"/>
              <a:ext cx="267156" cy="428140"/>
            </a:xfrm>
            <a:custGeom>
              <a:avLst/>
              <a:gdLst>
                <a:gd name="connsiteX0" fmla="*/ 3548 w 267156"/>
                <a:gd name="connsiteY0" fmla="*/ 426273 h 428140"/>
                <a:gd name="connsiteX1" fmla="*/ 1170 w 267156"/>
                <a:gd name="connsiteY1" fmla="*/ 424035 h 428140"/>
                <a:gd name="connsiteX2" fmla="*/ -228 w 267156"/>
                <a:gd name="connsiteY2" fmla="*/ 415573 h 428140"/>
                <a:gd name="connsiteX3" fmla="*/ 1030 w 267156"/>
                <a:gd name="connsiteY3" fmla="*/ 383473 h 428140"/>
                <a:gd name="connsiteX4" fmla="*/ 2919 w 267156"/>
                <a:gd name="connsiteY4" fmla="*/ 375291 h 428140"/>
                <a:gd name="connsiteX5" fmla="*/ 10471 w 267156"/>
                <a:gd name="connsiteY5" fmla="*/ 371794 h 428140"/>
                <a:gd name="connsiteX6" fmla="*/ 223946 w 267156"/>
                <a:gd name="connsiteY6" fmla="*/ 170020 h 428140"/>
                <a:gd name="connsiteX7" fmla="*/ 171810 w 267156"/>
                <a:gd name="connsiteY7" fmla="*/ 26459 h 428140"/>
                <a:gd name="connsiteX8" fmla="*/ 172572 w 267156"/>
                <a:gd name="connsiteY8" fmla="*/ 13129 h 428140"/>
                <a:gd name="connsiteX9" fmla="*/ 176356 w 267156"/>
                <a:gd name="connsiteY9" fmla="*/ 11073 h 428140"/>
                <a:gd name="connsiteX10" fmla="*/ 187265 w 267156"/>
                <a:gd name="connsiteY10" fmla="*/ 5548 h 428140"/>
                <a:gd name="connsiteX11" fmla="*/ 190063 w 267156"/>
                <a:gd name="connsiteY11" fmla="*/ 2961 h 428140"/>
                <a:gd name="connsiteX12" fmla="*/ 197056 w 267156"/>
                <a:gd name="connsiteY12" fmla="*/ -186 h 428140"/>
                <a:gd name="connsiteX13" fmla="*/ 204050 w 267156"/>
                <a:gd name="connsiteY13" fmla="*/ 2821 h 428140"/>
                <a:gd name="connsiteX14" fmla="*/ 177342 w 267156"/>
                <a:gd name="connsiteY14" fmla="*/ 365500 h 428140"/>
                <a:gd name="connsiteX15" fmla="*/ 8234 w 267156"/>
                <a:gd name="connsiteY15" fmla="*/ 427952 h 428140"/>
                <a:gd name="connsiteX16" fmla="*/ 3548 w 267156"/>
                <a:gd name="connsiteY16" fmla="*/ 426273 h 428140"/>
                <a:gd name="connsiteX17" fmla="*/ 21311 w 267156"/>
                <a:gd name="connsiteY17" fmla="*/ 390816 h 428140"/>
                <a:gd name="connsiteX18" fmla="*/ 20752 w 267156"/>
                <a:gd name="connsiteY18" fmla="*/ 408720 h 428140"/>
                <a:gd name="connsiteX19" fmla="*/ 247710 w 267156"/>
                <a:gd name="connsiteY19" fmla="*/ 159788 h 428140"/>
                <a:gd name="connsiteX20" fmla="*/ 196217 w 267156"/>
                <a:gd name="connsiteY20" fmla="*/ 22542 h 428140"/>
                <a:gd name="connsiteX21" fmla="*/ 194259 w 267156"/>
                <a:gd name="connsiteY21" fmla="*/ 23801 h 428140"/>
                <a:gd name="connsiteX22" fmla="*/ 156536 w 267156"/>
                <a:gd name="connsiteY22" fmla="*/ 342212 h 428140"/>
                <a:gd name="connsiteX23" fmla="*/ 21311 w 267156"/>
                <a:gd name="connsiteY23" fmla="*/ 390816 h 428140"/>
                <a:gd name="connsiteX24" fmla="*/ 197336 w 267156"/>
                <a:gd name="connsiteY24" fmla="*/ 9045 h 428140"/>
                <a:gd name="connsiteX25" fmla="*/ 204329 w 267156"/>
                <a:gd name="connsiteY25" fmla="*/ 15619 h 42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7156" h="428140">
                  <a:moveTo>
                    <a:pt x="3548" y="426273"/>
                  </a:moveTo>
                  <a:cubicBezTo>
                    <a:pt x="2611" y="425700"/>
                    <a:pt x="1800" y="424937"/>
                    <a:pt x="1170" y="424035"/>
                  </a:cubicBezTo>
                  <a:cubicBezTo>
                    <a:pt x="-592" y="421588"/>
                    <a:pt x="-1110" y="418454"/>
                    <a:pt x="-228" y="415573"/>
                  </a:cubicBezTo>
                  <a:cubicBezTo>
                    <a:pt x="3086" y="405181"/>
                    <a:pt x="3520" y="394089"/>
                    <a:pt x="1030" y="383473"/>
                  </a:cubicBezTo>
                  <a:cubicBezTo>
                    <a:pt x="331" y="380599"/>
                    <a:pt x="1030" y="377571"/>
                    <a:pt x="2919" y="375291"/>
                  </a:cubicBezTo>
                  <a:cubicBezTo>
                    <a:pt x="4772" y="373032"/>
                    <a:pt x="7555" y="371745"/>
                    <a:pt x="10471" y="371794"/>
                  </a:cubicBezTo>
                  <a:cubicBezTo>
                    <a:pt x="125136" y="375025"/>
                    <a:pt x="220715" y="284691"/>
                    <a:pt x="223946" y="170020"/>
                  </a:cubicBezTo>
                  <a:cubicBezTo>
                    <a:pt x="225428" y="117283"/>
                    <a:pt x="206791" y="65958"/>
                    <a:pt x="171810" y="26459"/>
                  </a:cubicBezTo>
                  <a:cubicBezTo>
                    <a:pt x="168341" y="22563"/>
                    <a:pt x="168684" y="16598"/>
                    <a:pt x="172572" y="13129"/>
                  </a:cubicBezTo>
                  <a:cubicBezTo>
                    <a:pt x="173663" y="12164"/>
                    <a:pt x="174957" y="11458"/>
                    <a:pt x="176356" y="11073"/>
                  </a:cubicBezTo>
                  <a:cubicBezTo>
                    <a:pt x="180321" y="9975"/>
                    <a:pt x="184035" y="8101"/>
                    <a:pt x="187265" y="5548"/>
                  </a:cubicBezTo>
                  <a:cubicBezTo>
                    <a:pt x="188265" y="4758"/>
                    <a:pt x="189196" y="3891"/>
                    <a:pt x="190063" y="2961"/>
                  </a:cubicBezTo>
                  <a:cubicBezTo>
                    <a:pt x="191881" y="1017"/>
                    <a:pt x="194399" y="-116"/>
                    <a:pt x="197056" y="-186"/>
                  </a:cubicBezTo>
                  <a:cubicBezTo>
                    <a:pt x="199700" y="-165"/>
                    <a:pt x="202217" y="919"/>
                    <a:pt x="204050" y="2821"/>
                  </a:cubicBezTo>
                  <a:cubicBezTo>
                    <a:pt x="296825" y="110345"/>
                    <a:pt x="284866" y="272725"/>
                    <a:pt x="177342" y="365500"/>
                  </a:cubicBezTo>
                  <a:cubicBezTo>
                    <a:pt x="130353" y="406041"/>
                    <a:pt x="70293" y="428224"/>
                    <a:pt x="8234" y="427952"/>
                  </a:cubicBezTo>
                  <a:cubicBezTo>
                    <a:pt x="6555" y="427798"/>
                    <a:pt x="4940" y="427224"/>
                    <a:pt x="3548" y="426273"/>
                  </a:cubicBezTo>
                  <a:close/>
                  <a:moveTo>
                    <a:pt x="21311" y="390816"/>
                  </a:moveTo>
                  <a:cubicBezTo>
                    <a:pt x="21822" y="396789"/>
                    <a:pt x="21633" y="402796"/>
                    <a:pt x="20752" y="408720"/>
                  </a:cubicBezTo>
                  <a:cubicBezTo>
                    <a:pt x="152165" y="402649"/>
                    <a:pt x="253773" y="291202"/>
                    <a:pt x="247710" y="159788"/>
                  </a:cubicBezTo>
                  <a:cubicBezTo>
                    <a:pt x="245402" y="109764"/>
                    <a:pt x="227380" y="61741"/>
                    <a:pt x="196217" y="22542"/>
                  </a:cubicBezTo>
                  <a:lnTo>
                    <a:pt x="194259" y="23801"/>
                  </a:lnTo>
                  <a:cubicBezTo>
                    <a:pt x="271767" y="122143"/>
                    <a:pt x="254878" y="264704"/>
                    <a:pt x="156536" y="342212"/>
                  </a:cubicBezTo>
                  <a:cubicBezTo>
                    <a:pt x="117926" y="372647"/>
                    <a:pt x="70461" y="389704"/>
                    <a:pt x="21311" y="390816"/>
                  </a:cubicBezTo>
                  <a:close/>
                  <a:moveTo>
                    <a:pt x="197336" y="9045"/>
                  </a:moveTo>
                  <a:lnTo>
                    <a:pt x="204329" y="15619"/>
                  </a:ln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îṡļï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1FF32CE-2583-406A-BEE5-97AC2C91859E}"/>
                </a:ext>
              </a:extLst>
            </p:cNvPr>
            <p:cNvSpPr/>
            <p:nvPr/>
          </p:nvSpPr>
          <p:spPr>
            <a:xfrm>
              <a:off x="5452115" y="1844880"/>
              <a:ext cx="65718" cy="65745"/>
            </a:xfrm>
            <a:custGeom>
              <a:avLst/>
              <a:gdLst>
                <a:gd name="connsiteX0" fmla="*/ 59459 w 65718"/>
                <a:gd name="connsiteY0" fmla="*/ 51086 h 65745"/>
                <a:gd name="connsiteX1" fmla="*/ 13820 w 65718"/>
                <a:gd name="connsiteY1" fmla="*/ 59919 h 65745"/>
                <a:gd name="connsiteX2" fmla="*/ 4987 w 65718"/>
                <a:gd name="connsiteY2" fmla="*/ 14287 h 65745"/>
                <a:gd name="connsiteX3" fmla="*/ 50577 w 65718"/>
                <a:gd name="connsiteY3" fmla="*/ 5419 h 65745"/>
                <a:gd name="connsiteX4" fmla="*/ 59459 w 65718"/>
                <a:gd name="connsiteY4" fmla="*/ 51086 h 6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18" h="65745">
                  <a:moveTo>
                    <a:pt x="59459" y="51086"/>
                  </a:moveTo>
                  <a:cubicBezTo>
                    <a:pt x="49298" y="66129"/>
                    <a:pt x="28863" y="70087"/>
                    <a:pt x="13820" y="59919"/>
                  </a:cubicBezTo>
                  <a:cubicBezTo>
                    <a:pt x="-1223" y="49757"/>
                    <a:pt x="-5174" y="29330"/>
                    <a:pt x="4987" y="14287"/>
                  </a:cubicBezTo>
                  <a:cubicBezTo>
                    <a:pt x="15135" y="-735"/>
                    <a:pt x="35534" y="-4707"/>
                    <a:pt x="50577" y="5419"/>
                  </a:cubicBezTo>
                  <a:cubicBezTo>
                    <a:pt x="65620" y="15594"/>
                    <a:pt x="69592" y="36015"/>
                    <a:pt x="59459" y="51086"/>
                  </a:cubicBezTo>
                  <a:close/>
                </a:path>
              </a:pathLst>
            </a:custGeom>
            <a:gradFill>
              <a:gsLst>
                <a:gs pos="0">
                  <a:srgbClr val="547DF2"/>
                </a:gs>
                <a:gs pos="100000">
                  <a:srgbClr val="9F55F1"/>
                </a:gs>
              </a:gsLst>
              <a:lin ang="2700000" scaled="1"/>
            </a:gra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ïSḷi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8AA2265-BE76-4FA2-8B8C-2761B975D09C}"/>
                </a:ext>
              </a:extLst>
            </p:cNvPr>
            <p:cNvSpPr/>
            <p:nvPr/>
          </p:nvSpPr>
          <p:spPr>
            <a:xfrm>
              <a:off x="5297747" y="1628518"/>
              <a:ext cx="152264" cy="234613"/>
            </a:xfrm>
            <a:custGeom>
              <a:avLst/>
              <a:gdLst>
                <a:gd name="connsiteX0" fmla="*/ 112423 w 152264"/>
                <a:gd name="connsiteY0" fmla="*/ 232691 h 234613"/>
                <a:gd name="connsiteX1" fmla="*/ -382 w 152264"/>
                <a:gd name="connsiteY1" fmla="*/ 8901 h 234613"/>
                <a:gd name="connsiteX2" fmla="*/ 9542 w 152264"/>
                <a:gd name="connsiteY2" fmla="*/ -176 h 234613"/>
                <a:gd name="connsiteX3" fmla="*/ 15564 w 152264"/>
                <a:gd name="connsiteY3" fmla="*/ 2327 h 234613"/>
                <a:gd name="connsiteX4" fmla="*/ 25564 w 152264"/>
                <a:gd name="connsiteY4" fmla="*/ 9321 h 234613"/>
                <a:gd name="connsiteX5" fmla="*/ 44237 w 152264"/>
                <a:gd name="connsiteY5" fmla="*/ 12468 h 234613"/>
                <a:gd name="connsiteX6" fmla="*/ 54552 w 152264"/>
                <a:gd name="connsiteY6" fmla="*/ 20951 h 234613"/>
                <a:gd name="connsiteX7" fmla="*/ 54587 w 152264"/>
                <a:gd name="connsiteY7" fmla="*/ 21489 h 234613"/>
                <a:gd name="connsiteX8" fmla="*/ 146061 w 152264"/>
                <a:gd name="connsiteY8" fmla="*/ 185205 h 234613"/>
                <a:gd name="connsiteX9" fmla="*/ 147320 w 152264"/>
                <a:gd name="connsiteY9" fmla="*/ 185975 h 234613"/>
                <a:gd name="connsiteX10" fmla="*/ 151586 w 152264"/>
                <a:gd name="connsiteY10" fmla="*/ 192968 h 234613"/>
                <a:gd name="connsiteX11" fmla="*/ 148439 w 152264"/>
                <a:gd name="connsiteY11" fmla="*/ 200731 h 234613"/>
                <a:gd name="connsiteX12" fmla="*/ 138648 w 152264"/>
                <a:gd name="connsiteY12" fmla="*/ 211920 h 234613"/>
                <a:gd name="connsiteX13" fmla="*/ 126269 w 152264"/>
                <a:gd name="connsiteY13" fmla="*/ 230243 h 234613"/>
                <a:gd name="connsiteX14" fmla="*/ 113332 w 152264"/>
                <a:gd name="connsiteY14" fmla="*/ 232971 h 234613"/>
                <a:gd name="connsiteX15" fmla="*/ 18431 w 152264"/>
                <a:gd name="connsiteY15" fmla="*/ 26315 h 234613"/>
                <a:gd name="connsiteX16" fmla="*/ 115779 w 152264"/>
                <a:gd name="connsiteY16" fmla="*/ 211850 h 234613"/>
                <a:gd name="connsiteX17" fmla="*/ 122773 w 152264"/>
                <a:gd name="connsiteY17" fmla="*/ 201500 h 234613"/>
                <a:gd name="connsiteX18" fmla="*/ 127389 w 152264"/>
                <a:gd name="connsiteY18" fmla="*/ 195346 h 234613"/>
                <a:gd name="connsiteX19" fmla="*/ 36474 w 152264"/>
                <a:gd name="connsiteY19" fmla="*/ 30791 h 234613"/>
                <a:gd name="connsiteX20" fmla="*/ 18431 w 152264"/>
                <a:gd name="connsiteY20" fmla="*/ 26315 h 23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2264" h="234613">
                  <a:moveTo>
                    <a:pt x="112423" y="232691"/>
                  </a:moveTo>
                  <a:cubicBezTo>
                    <a:pt x="38299" y="182926"/>
                    <a:pt x="-4466" y="98081"/>
                    <a:pt x="-382" y="8901"/>
                  </a:cubicBezTo>
                  <a:cubicBezTo>
                    <a:pt x="-151" y="3656"/>
                    <a:pt x="4297" y="-414"/>
                    <a:pt x="9542" y="-176"/>
                  </a:cubicBezTo>
                  <a:cubicBezTo>
                    <a:pt x="11780" y="-78"/>
                    <a:pt x="13913" y="810"/>
                    <a:pt x="15564" y="2327"/>
                  </a:cubicBezTo>
                  <a:cubicBezTo>
                    <a:pt x="18431" y="5265"/>
                    <a:pt x="21823" y="7635"/>
                    <a:pt x="25564" y="9321"/>
                  </a:cubicBezTo>
                  <a:cubicBezTo>
                    <a:pt x="31424" y="11929"/>
                    <a:pt x="37845" y="13013"/>
                    <a:pt x="44237" y="12468"/>
                  </a:cubicBezTo>
                  <a:cubicBezTo>
                    <a:pt x="49426" y="11964"/>
                    <a:pt x="54041" y="15755"/>
                    <a:pt x="54552" y="20951"/>
                  </a:cubicBezTo>
                  <a:cubicBezTo>
                    <a:pt x="54566" y="21126"/>
                    <a:pt x="54580" y="21308"/>
                    <a:pt x="54587" y="21489"/>
                  </a:cubicBezTo>
                  <a:cubicBezTo>
                    <a:pt x="57489" y="87451"/>
                    <a:pt x="91407" y="148154"/>
                    <a:pt x="146061" y="185205"/>
                  </a:cubicBezTo>
                  <a:lnTo>
                    <a:pt x="147320" y="185975"/>
                  </a:lnTo>
                  <a:cubicBezTo>
                    <a:pt x="149789" y="187478"/>
                    <a:pt x="151376" y="190087"/>
                    <a:pt x="151586" y="192968"/>
                  </a:cubicBezTo>
                  <a:cubicBezTo>
                    <a:pt x="151816" y="195905"/>
                    <a:pt x="150649" y="198780"/>
                    <a:pt x="148439" y="200731"/>
                  </a:cubicBezTo>
                  <a:cubicBezTo>
                    <a:pt x="144711" y="204032"/>
                    <a:pt x="141424" y="207787"/>
                    <a:pt x="138648" y="211920"/>
                  </a:cubicBezTo>
                  <a:lnTo>
                    <a:pt x="126269" y="230243"/>
                  </a:lnTo>
                  <a:cubicBezTo>
                    <a:pt x="123395" y="234488"/>
                    <a:pt x="117674" y="235698"/>
                    <a:pt x="113332" y="232971"/>
                  </a:cubicBezTo>
                  <a:close/>
                  <a:moveTo>
                    <a:pt x="18431" y="26315"/>
                  </a:moveTo>
                  <a:cubicBezTo>
                    <a:pt x="20158" y="99963"/>
                    <a:pt x="56161" y="168582"/>
                    <a:pt x="115779" y="211850"/>
                  </a:cubicBezTo>
                  <a:lnTo>
                    <a:pt x="122773" y="201500"/>
                  </a:lnTo>
                  <a:cubicBezTo>
                    <a:pt x="124186" y="199360"/>
                    <a:pt x="125731" y="197304"/>
                    <a:pt x="127389" y="195346"/>
                  </a:cubicBezTo>
                  <a:cubicBezTo>
                    <a:pt x="74847" y="156106"/>
                    <a:pt x="41726" y="96158"/>
                    <a:pt x="36474" y="30791"/>
                  </a:cubicBezTo>
                  <a:cubicBezTo>
                    <a:pt x="30250" y="30343"/>
                    <a:pt x="24145" y="28833"/>
                    <a:pt x="18431" y="2631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íṧḷí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EB23DDD-F282-4F02-B0D7-8A76BDFEC7C0}"/>
                </a:ext>
              </a:extLst>
            </p:cNvPr>
            <p:cNvSpPr/>
            <p:nvPr/>
          </p:nvSpPr>
          <p:spPr>
            <a:xfrm>
              <a:off x="5282633" y="1547388"/>
              <a:ext cx="111901" cy="112291"/>
            </a:xfrm>
            <a:custGeom>
              <a:avLst/>
              <a:gdLst>
                <a:gd name="connsiteX0" fmla="*/ 24523 w 111901"/>
                <a:gd name="connsiteY0" fmla="*/ 102480 h 112291"/>
                <a:gd name="connsiteX1" fmla="*/ 8585 w 111901"/>
                <a:gd name="connsiteY1" fmla="*/ 24979 h 112291"/>
                <a:gd name="connsiteX2" fmla="*/ 55853 w 111901"/>
                <a:gd name="connsiteY2" fmla="*/ -183 h 112291"/>
                <a:gd name="connsiteX3" fmla="*/ 62847 w 111901"/>
                <a:gd name="connsiteY3" fmla="*/ 3173 h 112291"/>
                <a:gd name="connsiteX4" fmla="*/ 88023 w 111901"/>
                <a:gd name="connsiteY4" fmla="*/ 32965 h 112291"/>
                <a:gd name="connsiteX5" fmla="*/ 88023 w 111901"/>
                <a:gd name="connsiteY5" fmla="*/ 32965 h 112291"/>
                <a:gd name="connsiteX6" fmla="*/ 109003 w 111901"/>
                <a:gd name="connsiteY6" fmla="*/ 57512 h 112291"/>
                <a:gd name="connsiteX7" fmla="*/ 111101 w 111901"/>
                <a:gd name="connsiteY7" fmla="*/ 65205 h 112291"/>
                <a:gd name="connsiteX8" fmla="*/ 102360 w 111901"/>
                <a:gd name="connsiteY8" fmla="*/ 87304 h 112291"/>
                <a:gd name="connsiteX9" fmla="*/ 24732 w 111901"/>
                <a:gd name="connsiteY9" fmla="*/ 102620 h 112291"/>
                <a:gd name="connsiteX10" fmla="*/ 24523 w 111901"/>
                <a:gd name="connsiteY10" fmla="*/ 102480 h 112291"/>
                <a:gd name="connsiteX11" fmla="*/ 51657 w 111901"/>
                <a:gd name="connsiteY11" fmla="*/ 18979 h 112291"/>
                <a:gd name="connsiteX12" fmla="*/ 18795 w 111901"/>
                <a:gd name="connsiteY12" fmla="*/ 60065 h 112291"/>
                <a:gd name="connsiteX13" fmla="*/ 59881 w 111901"/>
                <a:gd name="connsiteY13" fmla="*/ 92934 h 112291"/>
                <a:gd name="connsiteX14" fmla="*/ 86624 w 111901"/>
                <a:gd name="connsiteY14" fmla="*/ 76744 h 112291"/>
                <a:gd name="connsiteX15" fmla="*/ 91450 w 111901"/>
                <a:gd name="connsiteY15" fmla="*/ 66184 h 11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1901" h="112291">
                  <a:moveTo>
                    <a:pt x="24523" y="102480"/>
                  </a:moveTo>
                  <a:cubicBezTo>
                    <a:pt x="-1276" y="85479"/>
                    <a:pt x="-8416" y="50785"/>
                    <a:pt x="8585" y="24979"/>
                  </a:cubicBezTo>
                  <a:cubicBezTo>
                    <a:pt x="19040" y="9104"/>
                    <a:pt x="36845" y="-372"/>
                    <a:pt x="55853" y="-183"/>
                  </a:cubicBezTo>
                  <a:cubicBezTo>
                    <a:pt x="58560" y="-121"/>
                    <a:pt x="61105" y="1103"/>
                    <a:pt x="62847" y="3173"/>
                  </a:cubicBezTo>
                  <a:lnTo>
                    <a:pt x="88023" y="32965"/>
                  </a:lnTo>
                  <a:lnTo>
                    <a:pt x="88023" y="32965"/>
                  </a:lnTo>
                  <a:lnTo>
                    <a:pt x="109003" y="57512"/>
                  </a:lnTo>
                  <a:cubicBezTo>
                    <a:pt x="110829" y="59624"/>
                    <a:pt x="111605" y="62457"/>
                    <a:pt x="111101" y="65205"/>
                  </a:cubicBezTo>
                  <a:cubicBezTo>
                    <a:pt x="109849" y="73122"/>
                    <a:pt x="106863" y="80668"/>
                    <a:pt x="102360" y="87304"/>
                  </a:cubicBezTo>
                  <a:cubicBezTo>
                    <a:pt x="85156" y="112970"/>
                    <a:pt x="50398" y="119831"/>
                    <a:pt x="24732" y="102620"/>
                  </a:cubicBezTo>
                  <a:cubicBezTo>
                    <a:pt x="24662" y="102578"/>
                    <a:pt x="24592" y="102529"/>
                    <a:pt x="24523" y="102480"/>
                  </a:cubicBezTo>
                  <a:close/>
                  <a:moveTo>
                    <a:pt x="51657" y="18979"/>
                  </a:moveTo>
                  <a:cubicBezTo>
                    <a:pt x="31236" y="21251"/>
                    <a:pt x="16522" y="39644"/>
                    <a:pt x="18795" y="60065"/>
                  </a:cubicBezTo>
                  <a:cubicBezTo>
                    <a:pt x="21061" y="80493"/>
                    <a:pt x="39461" y="95207"/>
                    <a:pt x="59881" y="92934"/>
                  </a:cubicBezTo>
                  <a:cubicBezTo>
                    <a:pt x="70742" y="91724"/>
                    <a:pt x="80519" y="85808"/>
                    <a:pt x="86624" y="76744"/>
                  </a:cubicBezTo>
                  <a:cubicBezTo>
                    <a:pt x="88764" y="73492"/>
                    <a:pt x="90387" y="69933"/>
                    <a:pt x="91450" y="66184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íŝľïḑ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A66D44C-A226-4DA5-B0D8-9FE7096933CA}"/>
                </a:ext>
              </a:extLst>
            </p:cNvPr>
            <p:cNvSpPr/>
            <p:nvPr/>
          </p:nvSpPr>
          <p:spPr>
            <a:xfrm>
              <a:off x="5102811" y="1801965"/>
              <a:ext cx="452462" cy="331769"/>
            </a:xfrm>
            <a:custGeom>
              <a:avLst/>
              <a:gdLst>
                <a:gd name="connsiteX0" fmla="*/ 429044 w 452462"/>
                <a:gd name="connsiteY0" fmla="*/ 246528 h 331769"/>
                <a:gd name="connsiteX1" fmla="*/ 158329 w 452462"/>
                <a:gd name="connsiteY1" fmla="*/ 63930 h 331769"/>
                <a:gd name="connsiteX2" fmla="*/ 144342 w 452462"/>
                <a:gd name="connsiteY2" fmla="*/ 66657 h 331769"/>
                <a:gd name="connsiteX3" fmla="*/ 144342 w 452462"/>
                <a:gd name="connsiteY3" fmla="*/ 66657 h 331769"/>
                <a:gd name="connsiteX4" fmla="*/ 147139 w 452462"/>
                <a:gd name="connsiteY4" fmla="*/ 80644 h 331769"/>
                <a:gd name="connsiteX5" fmla="*/ 417925 w 452462"/>
                <a:gd name="connsiteY5" fmla="*/ 263382 h 331769"/>
                <a:gd name="connsiteX6" fmla="*/ 426484 w 452462"/>
                <a:gd name="connsiteY6" fmla="*/ 307861 h 331769"/>
                <a:gd name="connsiteX7" fmla="*/ 426247 w 452462"/>
                <a:gd name="connsiteY7" fmla="*/ 308210 h 331769"/>
                <a:gd name="connsiteX8" fmla="*/ 415547 w 452462"/>
                <a:gd name="connsiteY8" fmla="*/ 309889 h 331769"/>
                <a:gd name="connsiteX9" fmla="*/ 23915 w 452462"/>
                <a:gd name="connsiteY9" fmla="*/ 45607 h 331769"/>
                <a:gd name="connsiteX10" fmla="*/ 21467 w 452462"/>
                <a:gd name="connsiteY10" fmla="*/ 34977 h 331769"/>
                <a:gd name="connsiteX11" fmla="*/ 65812 w 452462"/>
                <a:gd name="connsiteY11" fmla="*/ 25725 h 331769"/>
                <a:gd name="connsiteX12" fmla="*/ 66155 w 452462"/>
                <a:gd name="connsiteY12" fmla="*/ 25956 h 331769"/>
                <a:gd name="connsiteX13" fmla="*/ 90842 w 452462"/>
                <a:gd name="connsiteY13" fmla="*/ 42600 h 331769"/>
                <a:gd name="connsiteX14" fmla="*/ 104829 w 452462"/>
                <a:gd name="connsiteY14" fmla="*/ 39803 h 331769"/>
                <a:gd name="connsiteX15" fmla="*/ 104829 w 452462"/>
                <a:gd name="connsiteY15" fmla="*/ 39803 h 331769"/>
                <a:gd name="connsiteX16" fmla="*/ 102108 w 452462"/>
                <a:gd name="connsiteY16" fmla="*/ 25823 h 331769"/>
                <a:gd name="connsiteX17" fmla="*/ 102102 w 452462"/>
                <a:gd name="connsiteY17" fmla="*/ 25816 h 331769"/>
                <a:gd name="connsiteX18" fmla="*/ 76995 w 452462"/>
                <a:gd name="connsiteY18" fmla="*/ 8752 h 331769"/>
                <a:gd name="connsiteX19" fmla="*/ 4109 w 452462"/>
                <a:gd name="connsiteY19" fmla="*/ 23039 h 331769"/>
                <a:gd name="connsiteX20" fmla="*/ 3844 w 452462"/>
                <a:gd name="connsiteY20" fmla="*/ 23438 h 331769"/>
                <a:gd name="connsiteX21" fmla="*/ 11886 w 452462"/>
                <a:gd name="connsiteY21" fmla="*/ 62251 h 331769"/>
                <a:gd name="connsiteX22" fmla="*/ 403518 w 452462"/>
                <a:gd name="connsiteY22" fmla="*/ 326533 h 331769"/>
                <a:gd name="connsiteX23" fmla="*/ 442472 w 452462"/>
                <a:gd name="connsiteY23" fmla="*/ 319638 h 331769"/>
                <a:gd name="connsiteX24" fmla="*/ 442542 w 452462"/>
                <a:gd name="connsiteY24" fmla="*/ 319540 h 331769"/>
                <a:gd name="connsiteX25" fmla="*/ 429128 w 452462"/>
                <a:gd name="connsiteY25" fmla="*/ 246584 h 331769"/>
                <a:gd name="connsiteX26" fmla="*/ 429044 w 452462"/>
                <a:gd name="connsiteY26" fmla="*/ 246528 h 331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2462" h="331769">
                  <a:moveTo>
                    <a:pt x="429044" y="246528"/>
                  </a:moveTo>
                  <a:lnTo>
                    <a:pt x="158329" y="63930"/>
                  </a:lnTo>
                  <a:cubicBezTo>
                    <a:pt x="153692" y="60937"/>
                    <a:pt x="147517" y="62140"/>
                    <a:pt x="144342" y="66657"/>
                  </a:cubicBezTo>
                  <a:lnTo>
                    <a:pt x="144342" y="66657"/>
                  </a:lnTo>
                  <a:cubicBezTo>
                    <a:pt x="141320" y="71308"/>
                    <a:pt x="142565" y="77511"/>
                    <a:pt x="147139" y="80644"/>
                  </a:cubicBezTo>
                  <a:lnTo>
                    <a:pt x="417925" y="263382"/>
                  </a:lnTo>
                  <a:cubicBezTo>
                    <a:pt x="432569" y="273299"/>
                    <a:pt x="436401" y="293216"/>
                    <a:pt x="426484" y="307861"/>
                  </a:cubicBezTo>
                  <a:cubicBezTo>
                    <a:pt x="426408" y="307979"/>
                    <a:pt x="426324" y="308098"/>
                    <a:pt x="426247" y="308210"/>
                  </a:cubicBezTo>
                  <a:cubicBezTo>
                    <a:pt x="423722" y="311574"/>
                    <a:pt x="418981" y="312322"/>
                    <a:pt x="415547" y="309889"/>
                  </a:cubicBezTo>
                  <a:lnTo>
                    <a:pt x="23915" y="45607"/>
                  </a:lnTo>
                  <a:cubicBezTo>
                    <a:pt x="20362" y="43306"/>
                    <a:pt x="19278" y="38600"/>
                    <a:pt x="21467" y="34977"/>
                  </a:cubicBezTo>
                  <a:cubicBezTo>
                    <a:pt x="31160" y="20179"/>
                    <a:pt x="51007" y="16039"/>
                    <a:pt x="65812" y="25725"/>
                  </a:cubicBezTo>
                  <a:cubicBezTo>
                    <a:pt x="65924" y="25802"/>
                    <a:pt x="66043" y="25879"/>
                    <a:pt x="66155" y="25956"/>
                  </a:cubicBezTo>
                  <a:lnTo>
                    <a:pt x="90842" y="42600"/>
                  </a:lnTo>
                  <a:cubicBezTo>
                    <a:pt x="95485" y="45656"/>
                    <a:pt x="101724" y="44411"/>
                    <a:pt x="104829" y="39803"/>
                  </a:cubicBezTo>
                  <a:lnTo>
                    <a:pt x="104829" y="39803"/>
                  </a:lnTo>
                  <a:cubicBezTo>
                    <a:pt x="107941" y="35194"/>
                    <a:pt x="106724" y="28935"/>
                    <a:pt x="102108" y="25823"/>
                  </a:cubicBezTo>
                  <a:cubicBezTo>
                    <a:pt x="102108" y="25823"/>
                    <a:pt x="102102" y="25816"/>
                    <a:pt x="102102" y="25816"/>
                  </a:cubicBezTo>
                  <a:lnTo>
                    <a:pt x="76995" y="8752"/>
                  </a:lnTo>
                  <a:cubicBezTo>
                    <a:pt x="52923" y="-7431"/>
                    <a:pt x="20285" y="-1032"/>
                    <a:pt x="4109" y="23039"/>
                  </a:cubicBezTo>
                  <a:cubicBezTo>
                    <a:pt x="4019" y="23172"/>
                    <a:pt x="3928" y="23305"/>
                    <a:pt x="3844" y="23438"/>
                  </a:cubicBezTo>
                  <a:cubicBezTo>
                    <a:pt x="-4486" y="36411"/>
                    <a:pt x="-912" y="53656"/>
                    <a:pt x="11886" y="62251"/>
                  </a:cubicBezTo>
                  <a:lnTo>
                    <a:pt x="403518" y="326533"/>
                  </a:lnTo>
                  <a:cubicBezTo>
                    <a:pt x="416176" y="335387"/>
                    <a:pt x="433618" y="332296"/>
                    <a:pt x="442472" y="319638"/>
                  </a:cubicBezTo>
                  <a:cubicBezTo>
                    <a:pt x="442492" y="319603"/>
                    <a:pt x="442521" y="319575"/>
                    <a:pt x="442542" y="319540"/>
                  </a:cubicBezTo>
                  <a:cubicBezTo>
                    <a:pt x="458983" y="295692"/>
                    <a:pt x="452976" y="263026"/>
                    <a:pt x="429128" y="246584"/>
                  </a:cubicBezTo>
                  <a:cubicBezTo>
                    <a:pt x="429100" y="246570"/>
                    <a:pt x="429072" y="246549"/>
                    <a:pt x="429044" y="24652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îSlï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CF60E3F-0373-48B9-A50C-04BAD2C65905}"/>
                </a:ext>
              </a:extLst>
            </p:cNvPr>
            <p:cNvSpPr/>
            <p:nvPr/>
          </p:nvSpPr>
          <p:spPr>
            <a:xfrm>
              <a:off x="6688658" y="1540747"/>
              <a:ext cx="55947" cy="55947"/>
            </a:xfrm>
            <a:custGeom>
              <a:avLst/>
              <a:gdLst>
                <a:gd name="connsiteX0" fmla="*/ 55298 w 55947"/>
                <a:gd name="connsiteY0" fmla="*/ 27788 h 55947"/>
                <a:gd name="connsiteX1" fmla="*/ 27324 w 55947"/>
                <a:gd name="connsiteY1" fmla="*/ 55761 h 55947"/>
                <a:gd name="connsiteX2" fmla="*/ -650 w 55947"/>
                <a:gd name="connsiteY2" fmla="*/ 27788 h 55947"/>
                <a:gd name="connsiteX3" fmla="*/ 27324 w 55947"/>
                <a:gd name="connsiteY3" fmla="*/ -186 h 55947"/>
                <a:gd name="connsiteX4" fmla="*/ 55298 w 55947"/>
                <a:gd name="connsiteY4" fmla="*/ 27788 h 5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47" h="55947">
                  <a:moveTo>
                    <a:pt x="55298" y="27788"/>
                  </a:moveTo>
                  <a:cubicBezTo>
                    <a:pt x="55298" y="43236"/>
                    <a:pt x="42779" y="55761"/>
                    <a:pt x="27324" y="55761"/>
                  </a:cubicBezTo>
                  <a:cubicBezTo>
                    <a:pt x="11868" y="55761"/>
                    <a:pt x="-650" y="43236"/>
                    <a:pt x="-650" y="27788"/>
                  </a:cubicBezTo>
                  <a:cubicBezTo>
                    <a:pt x="-650" y="12339"/>
                    <a:pt x="11868" y="-186"/>
                    <a:pt x="27324" y="-186"/>
                  </a:cubicBezTo>
                  <a:cubicBezTo>
                    <a:pt x="42779" y="-186"/>
                    <a:pt x="55298" y="12339"/>
                    <a:pt x="55298" y="27788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iṣľíḑ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272A236-9FC6-459F-A600-E5600935DC2D}"/>
                </a:ext>
              </a:extLst>
            </p:cNvPr>
            <p:cNvSpPr/>
            <p:nvPr/>
          </p:nvSpPr>
          <p:spPr>
            <a:xfrm>
              <a:off x="6785097" y="1602079"/>
              <a:ext cx="47275" cy="47275"/>
            </a:xfrm>
            <a:custGeom>
              <a:avLst/>
              <a:gdLst>
                <a:gd name="connsiteX0" fmla="*/ 47276 w 47275"/>
                <a:gd name="connsiteY0" fmla="*/ 23638 h 47275"/>
                <a:gd name="connsiteX1" fmla="*/ 23638 w 47275"/>
                <a:gd name="connsiteY1" fmla="*/ 47276 h 47275"/>
                <a:gd name="connsiteX2" fmla="*/ 0 w 47275"/>
                <a:gd name="connsiteY2" fmla="*/ 23638 h 47275"/>
                <a:gd name="connsiteX3" fmla="*/ 23638 w 47275"/>
                <a:gd name="connsiteY3" fmla="*/ 0 h 47275"/>
                <a:gd name="connsiteX4" fmla="*/ 47276 w 47275"/>
                <a:gd name="connsiteY4" fmla="*/ 23638 h 4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75" h="47275">
                  <a:moveTo>
                    <a:pt x="47276" y="23638"/>
                  </a:moveTo>
                  <a:cubicBezTo>
                    <a:pt x="47276" y="36693"/>
                    <a:pt x="36693" y="47276"/>
                    <a:pt x="23638" y="47276"/>
                  </a:cubicBezTo>
                  <a:cubicBezTo>
                    <a:pt x="10583" y="47276"/>
                    <a:pt x="0" y="36693"/>
                    <a:pt x="0" y="23638"/>
                  </a:cubicBezTo>
                  <a:cubicBezTo>
                    <a:pt x="0" y="10583"/>
                    <a:pt x="10583" y="0"/>
                    <a:pt x="23638" y="0"/>
                  </a:cubicBezTo>
                  <a:cubicBezTo>
                    <a:pt x="36693" y="0"/>
                    <a:pt x="47276" y="10583"/>
                    <a:pt x="47276" y="23638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îṩḻî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122FAEF-BF9C-45B9-BEAC-06EAE64BB5B6}"/>
                </a:ext>
              </a:extLst>
            </p:cNvPr>
            <p:cNvSpPr/>
            <p:nvPr/>
          </p:nvSpPr>
          <p:spPr>
            <a:xfrm>
              <a:off x="6808945" y="1806777"/>
              <a:ext cx="32309" cy="32309"/>
            </a:xfrm>
            <a:custGeom>
              <a:avLst/>
              <a:gdLst>
                <a:gd name="connsiteX0" fmla="*/ 32310 w 32309"/>
                <a:gd name="connsiteY0" fmla="*/ 16155 h 32309"/>
                <a:gd name="connsiteX1" fmla="*/ 16155 w 32309"/>
                <a:gd name="connsiteY1" fmla="*/ 32310 h 32309"/>
                <a:gd name="connsiteX2" fmla="*/ 0 w 32309"/>
                <a:gd name="connsiteY2" fmla="*/ 16155 h 32309"/>
                <a:gd name="connsiteX3" fmla="*/ 16155 w 32309"/>
                <a:gd name="connsiteY3" fmla="*/ 0 h 32309"/>
                <a:gd name="connsiteX4" fmla="*/ 32310 w 32309"/>
                <a:gd name="connsiteY4" fmla="*/ 16155 h 32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09" h="32309">
                  <a:moveTo>
                    <a:pt x="32310" y="16155"/>
                  </a:moveTo>
                  <a:cubicBezTo>
                    <a:pt x="32310" y="25077"/>
                    <a:pt x="25077" y="32310"/>
                    <a:pt x="16155" y="32310"/>
                  </a:cubicBezTo>
                  <a:cubicBezTo>
                    <a:pt x="7233" y="32310"/>
                    <a:pt x="0" y="25077"/>
                    <a:pt x="0" y="16155"/>
                  </a:cubicBezTo>
                  <a:cubicBezTo>
                    <a:pt x="0" y="7233"/>
                    <a:pt x="7233" y="0"/>
                    <a:pt x="16155" y="0"/>
                  </a:cubicBezTo>
                  <a:cubicBezTo>
                    <a:pt x="25077" y="0"/>
                    <a:pt x="32310" y="7233"/>
                    <a:pt x="32310" y="16155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íṩ1iḍ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3E488F0-ED79-422A-8039-CFAC0A6AEE44}"/>
                </a:ext>
              </a:extLst>
            </p:cNvPr>
            <p:cNvSpPr/>
            <p:nvPr/>
          </p:nvSpPr>
          <p:spPr>
            <a:xfrm>
              <a:off x="6864123" y="1496548"/>
              <a:ext cx="55947" cy="55947"/>
            </a:xfrm>
            <a:custGeom>
              <a:avLst/>
              <a:gdLst>
                <a:gd name="connsiteX0" fmla="*/ 55298 w 55947"/>
                <a:gd name="connsiteY0" fmla="*/ 27788 h 55947"/>
                <a:gd name="connsiteX1" fmla="*/ 27324 w 55947"/>
                <a:gd name="connsiteY1" fmla="*/ 55761 h 55947"/>
                <a:gd name="connsiteX2" fmla="*/ -650 w 55947"/>
                <a:gd name="connsiteY2" fmla="*/ 27788 h 55947"/>
                <a:gd name="connsiteX3" fmla="*/ 27324 w 55947"/>
                <a:gd name="connsiteY3" fmla="*/ -186 h 55947"/>
                <a:gd name="connsiteX4" fmla="*/ 55298 w 55947"/>
                <a:gd name="connsiteY4" fmla="*/ 27788 h 5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47" h="55947">
                  <a:moveTo>
                    <a:pt x="55298" y="27788"/>
                  </a:moveTo>
                  <a:cubicBezTo>
                    <a:pt x="55298" y="43236"/>
                    <a:pt x="42779" y="55761"/>
                    <a:pt x="27324" y="55761"/>
                  </a:cubicBezTo>
                  <a:cubicBezTo>
                    <a:pt x="11869" y="55761"/>
                    <a:pt x="-650" y="43236"/>
                    <a:pt x="-650" y="27788"/>
                  </a:cubicBezTo>
                  <a:cubicBezTo>
                    <a:pt x="-650" y="12339"/>
                    <a:pt x="11869" y="-186"/>
                    <a:pt x="27324" y="-186"/>
                  </a:cubicBezTo>
                  <a:cubicBezTo>
                    <a:pt x="42779" y="-186"/>
                    <a:pt x="55298" y="12339"/>
                    <a:pt x="55298" y="27788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ïŝľí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18D9A4D1-43BF-4248-B254-330C4B1B3BBD}"/>
                </a:ext>
              </a:extLst>
            </p:cNvPr>
            <p:cNvSpPr/>
            <p:nvPr/>
          </p:nvSpPr>
          <p:spPr>
            <a:xfrm>
              <a:off x="6805518" y="1482212"/>
              <a:ext cx="27973" cy="27973"/>
            </a:xfrm>
            <a:custGeom>
              <a:avLst/>
              <a:gdLst>
                <a:gd name="connsiteX0" fmla="*/ 27324 w 27973"/>
                <a:gd name="connsiteY0" fmla="*/ 13801 h 27973"/>
                <a:gd name="connsiteX1" fmla="*/ 13337 w 27973"/>
                <a:gd name="connsiteY1" fmla="*/ 27788 h 27973"/>
                <a:gd name="connsiteX2" fmla="*/ -650 w 27973"/>
                <a:gd name="connsiteY2" fmla="*/ 13801 h 27973"/>
                <a:gd name="connsiteX3" fmla="*/ 13337 w 27973"/>
                <a:gd name="connsiteY3" fmla="*/ -186 h 27973"/>
                <a:gd name="connsiteX4" fmla="*/ 27324 w 27973"/>
                <a:gd name="connsiteY4" fmla="*/ 13801 h 2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73" h="27973">
                  <a:moveTo>
                    <a:pt x="27324" y="13801"/>
                  </a:moveTo>
                  <a:cubicBezTo>
                    <a:pt x="27324" y="21528"/>
                    <a:pt x="21030" y="27788"/>
                    <a:pt x="13337" y="27788"/>
                  </a:cubicBezTo>
                  <a:cubicBezTo>
                    <a:pt x="5644" y="27788"/>
                    <a:pt x="-650" y="21528"/>
                    <a:pt x="-650" y="13801"/>
                  </a:cubicBezTo>
                  <a:cubicBezTo>
                    <a:pt x="-650" y="6073"/>
                    <a:pt x="5644" y="-186"/>
                    <a:pt x="13337" y="-186"/>
                  </a:cubicBezTo>
                  <a:cubicBezTo>
                    <a:pt x="21030" y="-186"/>
                    <a:pt x="27324" y="6073"/>
                    <a:pt x="27324" y="13801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iṣḻïḋ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A4CDE57-D454-4D2D-A3C9-AA3548E90869}"/>
                </a:ext>
              </a:extLst>
            </p:cNvPr>
            <p:cNvSpPr/>
            <p:nvPr/>
          </p:nvSpPr>
          <p:spPr>
            <a:xfrm rot="17000400">
              <a:off x="6911484" y="1607168"/>
              <a:ext cx="88816" cy="88816"/>
            </a:xfrm>
            <a:custGeom>
              <a:avLst/>
              <a:gdLst>
                <a:gd name="connsiteX0" fmla="*/ 88167 w 88816"/>
                <a:gd name="connsiteY0" fmla="*/ 44222 h 88816"/>
                <a:gd name="connsiteX1" fmla="*/ 43759 w 88816"/>
                <a:gd name="connsiteY1" fmla="*/ 88630 h 88816"/>
                <a:gd name="connsiteX2" fmla="*/ -649 w 88816"/>
                <a:gd name="connsiteY2" fmla="*/ 44222 h 88816"/>
                <a:gd name="connsiteX3" fmla="*/ 43759 w 88816"/>
                <a:gd name="connsiteY3" fmla="*/ -186 h 88816"/>
                <a:gd name="connsiteX4" fmla="*/ 88167 w 88816"/>
                <a:gd name="connsiteY4" fmla="*/ 44222 h 8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16" h="88816">
                  <a:moveTo>
                    <a:pt x="88167" y="44222"/>
                  </a:moveTo>
                  <a:cubicBezTo>
                    <a:pt x="88167" y="68748"/>
                    <a:pt x="68284" y="88630"/>
                    <a:pt x="43759" y="88630"/>
                  </a:cubicBezTo>
                  <a:cubicBezTo>
                    <a:pt x="19233" y="88630"/>
                    <a:pt x="-649" y="68748"/>
                    <a:pt x="-649" y="44222"/>
                  </a:cubicBezTo>
                  <a:cubicBezTo>
                    <a:pt x="-649" y="19696"/>
                    <a:pt x="19233" y="-186"/>
                    <a:pt x="43759" y="-186"/>
                  </a:cubicBezTo>
                  <a:cubicBezTo>
                    <a:pt x="68284" y="-186"/>
                    <a:pt x="88167" y="19696"/>
                    <a:pt x="88167" y="44222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ïşḻid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4D35D634-5344-491C-AD9F-38B419964A29}"/>
                </a:ext>
              </a:extLst>
            </p:cNvPr>
            <p:cNvSpPr/>
            <p:nvPr/>
          </p:nvSpPr>
          <p:spPr>
            <a:xfrm>
              <a:off x="6783209" y="1696211"/>
              <a:ext cx="44338" cy="44338"/>
            </a:xfrm>
            <a:custGeom>
              <a:avLst/>
              <a:gdLst>
                <a:gd name="connsiteX0" fmla="*/ 44338 w 44338"/>
                <a:gd name="connsiteY0" fmla="*/ 22169 h 44338"/>
                <a:gd name="connsiteX1" fmla="*/ 22169 w 44338"/>
                <a:gd name="connsiteY1" fmla="*/ 44338 h 44338"/>
                <a:gd name="connsiteX2" fmla="*/ 0 w 44338"/>
                <a:gd name="connsiteY2" fmla="*/ 22169 h 44338"/>
                <a:gd name="connsiteX3" fmla="*/ 22169 w 44338"/>
                <a:gd name="connsiteY3" fmla="*/ 0 h 44338"/>
                <a:gd name="connsiteX4" fmla="*/ 44338 w 44338"/>
                <a:gd name="connsiteY4" fmla="*/ 22169 h 4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38" h="44338">
                  <a:moveTo>
                    <a:pt x="44338" y="22169"/>
                  </a:moveTo>
                  <a:cubicBezTo>
                    <a:pt x="44338" y="34413"/>
                    <a:pt x="34413" y="44338"/>
                    <a:pt x="22169" y="44338"/>
                  </a:cubicBezTo>
                  <a:cubicBezTo>
                    <a:pt x="9925" y="44338"/>
                    <a:pt x="0" y="34413"/>
                    <a:pt x="0" y="22169"/>
                  </a:cubicBezTo>
                  <a:cubicBezTo>
                    <a:pt x="0" y="9925"/>
                    <a:pt x="9925" y="0"/>
                    <a:pt x="22169" y="0"/>
                  </a:cubicBezTo>
                  <a:cubicBezTo>
                    <a:pt x="34413" y="0"/>
                    <a:pt x="44338" y="9926"/>
                    <a:pt x="44338" y="22169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î$lï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505D583-F2FF-40EC-9C81-99B98C984AAC}"/>
                </a:ext>
              </a:extLst>
            </p:cNvPr>
            <p:cNvSpPr/>
            <p:nvPr/>
          </p:nvSpPr>
          <p:spPr>
            <a:xfrm>
              <a:off x="6910629" y="1765236"/>
              <a:ext cx="35107" cy="35107"/>
            </a:xfrm>
            <a:custGeom>
              <a:avLst/>
              <a:gdLst>
                <a:gd name="connsiteX0" fmla="*/ 35107 w 35107"/>
                <a:gd name="connsiteY0" fmla="*/ 17554 h 35107"/>
                <a:gd name="connsiteX1" fmla="*/ 17553 w 35107"/>
                <a:gd name="connsiteY1" fmla="*/ 35107 h 35107"/>
                <a:gd name="connsiteX2" fmla="*/ 0 w 35107"/>
                <a:gd name="connsiteY2" fmla="*/ 17554 h 35107"/>
                <a:gd name="connsiteX3" fmla="*/ 17553 w 35107"/>
                <a:gd name="connsiteY3" fmla="*/ 0 h 35107"/>
                <a:gd name="connsiteX4" fmla="*/ 35107 w 35107"/>
                <a:gd name="connsiteY4" fmla="*/ 17554 h 35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07" h="35107">
                  <a:moveTo>
                    <a:pt x="35107" y="17554"/>
                  </a:moveTo>
                  <a:cubicBezTo>
                    <a:pt x="35107" y="27248"/>
                    <a:pt x="27248" y="35107"/>
                    <a:pt x="17553" y="35107"/>
                  </a:cubicBezTo>
                  <a:cubicBezTo>
                    <a:pt x="7859" y="35107"/>
                    <a:pt x="0" y="27248"/>
                    <a:pt x="0" y="17554"/>
                  </a:cubicBezTo>
                  <a:cubicBezTo>
                    <a:pt x="0" y="7859"/>
                    <a:pt x="7859" y="0"/>
                    <a:pt x="17553" y="0"/>
                  </a:cubicBezTo>
                  <a:cubicBezTo>
                    <a:pt x="27248" y="0"/>
                    <a:pt x="35107" y="7859"/>
                    <a:pt x="35107" y="17554"/>
                  </a:cubicBezTo>
                  <a:close/>
                </a:path>
              </a:pathLst>
            </a:custGeom>
            <a:solidFill>
              <a:srgbClr val="E1493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íŝḷî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6B103D33-A71D-429B-ADB4-4E8227E3B966}"/>
                </a:ext>
              </a:extLst>
            </p:cNvPr>
            <p:cNvSpPr/>
            <p:nvPr/>
          </p:nvSpPr>
          <p:spPr>
            <a:xfrm>
              <a:off x="6676140" y="1692644"/>
              <a:ext cx="51471" cy="51471"/>
            </a:xfrm>
            <a:custGeom>
              <a:avLst/>
              <a:gdLst>
                <a:gd name="connsiteX0" fmla="*/ 50822 w 51471"/>
                <a:gd name="connsiteY0" fmla="*/ 25550 h 51471"/>
                <a:gd name="connsiteX1" fmla="*/ 25086 w 51471"/>
                <a:gd name="connsiteY1" fmla="*/ 51285 h 51471"/>
                <a:gd name="connsiteX2" fmla="*/ -650 w 51471"/>
                <a:gd name="connsiteY2" fmla="*/ 25550 h 51471"/>
                <a:gd name="connsiteX3" fmla="*/ 25086 w 51471"/>
                <a:gd name="connsiteY3" fmla="*/ -186 h 51471"/>
                <a:gd name="connsiteX4" fmla="*/ 50822 w 51471"/>
                <a:gd name="connsiteY4" fmla="*/ 25550 h 5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71" h="51471">
                  <a:moveTo>
                    <a:pt x="50822" y="25550"/>
                  </a:moveTo>
                  <a:cubicBezTo>
                    <a:pt x="50822" y="39760"/>
                    <a:pt x="39282" y="51285"/>
                    <a:pt x="25086" y="51285"/>
                  </a:cubicBezTo>
                  <a:cubicBezTo>
                    <a:pt x="10889" y="51285"/>
                    <a:pt x="-650" y="39760"/>
                    <a:pt x="-650" y="25550"/>
                  </a:cubicBezTo>
                  <a:cubicBezTo>
                    <a:pt x="-650" y="11339"/>
                    <a:pt x="10889" y="-186"/>
                    <a:pt x="25086" y="-186"/>
                  </a:cubicBezTo>
                  <a:cubicBezTo>
                    <a:pt x="39282" y="-186"/>
                    <a:pt x="50822" y="11339"/>
                    <a:pt x="50822" y="25550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îṥḷï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890C255-C69E-4CC2-8DF4-363F5A0B8D0C}"/>
                </a:ext>
              </a:extLst>
            </p:cNvPr>
            <p:cNvSpPr/>
            <p:nvPr/>
          </p:nvSpPr>
          <p:spPr>
            <a:xfrm>
              <a:off x="6583337" y="1407941"/>
              <a:ext cx="505625" cy="505624"/>
            </a:xfrm>
            <a:custGeom>
              <a:avLst/>
              <a:gdLst>
                <a:gd name="connsiteX0" fmla="*/ 252163 w 505625"/>
                <a:gd name="connsiteY0" fmla="*/ 505439 h 505624"/>
                <a:gd name="connsiteX1" fmla="*/ -650 w 505625"/>
                <a:gd name="connsiteY1" fmla="*/ 252626 h 505624"/>
                <a:gd name="connsiteX2" fmla="*/ 252163 w 505625"/>
                <a:gd name="connsiteY2" fmla="*/ -186 h 505624"/>
                <a:gd name="connsiteX3" fmla="*/ 504975 w 505625"/>
                <a:gd name="connsiteY3" fmla="*/ 252626 h 505624"/>
                <a:gd name="connsiteX4" fmla="*/ 252163 w 505625"/>
                <a:gd name="connsiteY4" fmla="*/ 505439 h 505624"/>
                <a:gd name="connsiteX5" fmla="*/ 252163 w 505625"/>
                <a:gd name="connsiteY5" fmla="*/ 28906 h 505624"/>
                <a:gd name="connsiteX6" fmla="*/ 28373 w 505625"/>
                <a:gd name="connsiteY6" fmla="*/ 252696 h 505624"/>
                <a:gd name="connsiteX7" fmla="*/ 252163 w 505625"/>
                <a:gd name="connsiteY7" fmla="*/ 476486 h 505624"/>
                <a:gd name="connsiteX8" fmla="*/ 475952 w 505625"/>
                <a:gd name="connsiteY8" fmla="*/ 252696 h 505624"/>
                <a:gd name="connsiteX9" fmla="*/ 252163 w 505625"/>
                <a:gd name="connsiteY9" fmla="*/ 28906 h 505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5625" h="505624">
                  <a:moveTo>
                    <a:pt x="252163" y="505439"/>
                  </a:moveTo>
                  <a:cubicBezTo>
                    <a:pt x="112504" y="505439"/>
                    <a:pt x="-650" y="392250"/>
                    <a:pt x="-650" y="252626"/>
                  </a:cubicBezTo>
                  <a:cubicBezTo>
                    <a:pt x="-650" y="113002"/>
                    <a:pt x="112504" y="-186"/>
                    <a:pt x="252163" y="-186"/>
                  </a:cubicBezTo>
                  <a:cubicBezTo>
                    <a:pt x="391821" y="-186"/>
                    <a:pt x="504975" y="113002"/>
                    <a:pt x="504975" y="252626"/>
                  </a:cubicBezTo>
                  <a:cubicBezTo>
                    <a:pt x="504765" y="392173"/>
                    <a:pt x="391681" y="505243"/>
                    <a:pt x="252163" y="505439"/>
                  </a:cubicBezTo>
                  <a:close/>
                  <a:moveTo>
                    <a:pt x="252163" y="28906"/>
                  </a:moveTo>
                  <a:cubicBezTo>
                    <a:pt x="128589" y="28906"/>
                    <a:pt x="28373" y="129101"/>
                    <a:pt x="28373" y="252696"/>
                  </a:cubicBezTo>
                  <a:cubicBezTo>
                    <a:pt x="28373" y="376291"/>
                    <a:pt x="128589" y="476486"/>
                    <a:pt x="252163" y="476486"/>
                  </a:cubicBezTo>
                  <a:cubicBezTo>
                    <a:pt x="375737" y="476486"/>
                    <a:pt x="475952" y="376291"/>
                    <a:pt x="475952" y="252696"/>
                  </a:cubicBezTo>
                  <a:cubicBezTo>
                    <a:pt x="475952" y="129101"/>
                    <a:pt x="375737" y="28906"/>
                    <a:pt x="252163" y="28906"/>
                  </a:cubicBezTo>
                  <a:close/>
                </a:path>
              </a:pathLst>
            </a:custGeom>
            <a:solidFill>
              <a:srgbClr val="CBD0DD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iṣ1iḋ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E11B141-ED09-40D3-A027-A1455CD25FC4}"/>
                </a:ext>
              </a:extLst>
            </p:cNvPr>
            <p:cNvSpPr/>
            <p:nvPr/>
          </p:nvSpPr>
          <p:spPr>
            <a:xfrm>
              <a:off x="5854919" y="2476703"/>
              <a:ext cx="197057" cy="242226"/>
            </a:xfrm>
            <a:custGeom>
              <a:avLst/>
              <a:gdLst>
                <a:gd name="connsiteX0" fmla="*/ 116822 w 197057"/>
                <a:gd name="connsiteY0" fmla="*/ 3355 h 242226"/>
                <a:gd name="connsiteX1" fmla="*/ 196407 w 197057"/>
                <a:gd name="connsiteY1" fmla="*/ 56365 h 242226"/>
                <a:gd name="connsiteX2" fmla="*/ 143397 w 197057"/>
                <a:gd name="connsiteY2" fmla="*/ 242040 h 242226"/>
                <a:gd name="connsiteX3" fmla="*/ 10522 w 197057"/>
                <a:gd name="connsiteY3" fmla="*/ 43078 h 242226"/>
                <a:gd name="connsiteX4" fmla="*/ 116822 w 197057"/>
                <a:gd name="connsiteY4" fmla="*/ 3355 h 2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57" h="242226">
                  <a:moveTo>
                    <a:pt x="116822" y="3355"/>
                  </a:moveTo>
                  <a:lnTo>
                    <a:pt x="196407" y="56365"/>
                  </a:lnTo>
                  <a:lnTo>
                    <a:pt x="143397" y="242040"/>
                  </a:lnTo>
                  <a:cubicBezTo>
                    <a:pt x="143397" y="242040"/>
                    <a:pt x="-48153" y="160987"/>
                    <a:pt x="10522" y="43078"/>
                  </a:cubicBezTo>
                  <a:cubicBezTo>
                    <a:pt x="24019" y="16572"/>
                    <a:pt x="63812" y="-9933"/>
                    <a:pt x="116822" y="3355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ïṧl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91F3A997-F8EB-4332-A6E5-EC3D998E1A4C}"/>
                </a:ext>
              </a:extLst>
            </p:cNvPr>
            <p:cNvSpPr/>
            <p:nvPr/>
          </p:nvSpPr>
          <p:spPr>
            <a:xfrm>
              <a:off x="6478365" y="2476703"/>
              <a:ext cx="197127" cy="242226"/>
            </a:xfrm>
            <a:custGeom>
              <a:avLst/>
              <a:gdLst>
                <a:gd name="connsiteX0" fmla="*/ 78935 w 197127"/>
                <a:gd name="connsiteY0" fmla="*/ 3355 h 242226"/>
                <a:gd name="connsiteX1" fmla="*/ -650 w 197127"/>
                <a:gd name="connsiteY1" fmla="*/ 56365 h 242226"/>
                <a:gd name="connsiteX2" fmla="*/ 52431 w 197127"/>
                <a:gd name="connsiteY2" fmla="*/ 242040 h 242226"/>
                <a:gd name="connsiteX3" fmla="*/ 185306 w 197127"/>
                <a:gd name="connsiteY3" fmla="*/ 43078 h 242226"/>
                <a:gd name="connsiteX4" fmla="*/ 78935 w 197127"/>
                <a:gd name="connsiteY4" fmla="*/ 3355 h 2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27" h="242226">
                  <a:moveTo>
                    <a:pt x="78935" y="3355"/>
                  </a:moveTo>
                  <a:lnTo>
                    <a:pt x="-650" y="56365"/>
                  </a:lnTo>
                  <a:lnTo>
                    <a:pt x="52431" y="242040"/>
                  </a:lnTo>
                  <a:cubicBezTo>
                    <a:pt x="52431" y="242040"/>
                    <a:pt x="243980" y="160987"/>
                    <a:pt x="185306" y="43078"/>
                  </a:cubicBezTo>
                  <a:cubicBezTo>
                    <a:pt x="171738" y="16572"/>
                    <a:pt x="132016" y="-9933"/>
                    <a:pt x="78935" y="3355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ï$ľîḑe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356E739-CB7A-48A1-A4BD-D264B75891CB}"/>
                </a:ext>
              </a:extLst>
            </p:cNvPr>
            <p:cNvSpPr/>
            <p:nvPr/>
          </p:nvSpPr>
          <p:spPr>
            <a:xfrm>
              <a:off x="5968018" y="2143822"/>
              <a:ext cx="594529" cy="797498"/>
            </a:xfrm>
            <a:custGeom>
              <a:avLst/>
              <a:gdLst>
                <a:gd name="connsiteX0" fmla="*/ 299126 w 594529"/>
                <a:gd name="connsiteY0" fmla="*/ 797312 h 797498"/>
                <a:gd name="connsiteX1" fmla="*/ -543 w 594529"/>
                <a:gd name="connsiteY1" fmla="*/ 488972 h 797498"/>
                <a:gd name="connsiteX2" fmla="*/ -543 w 594529"/>
                <a:gd name="connsiteY2" fmla="*/ 475475 h 797498"/>
                <a:gd name="connsiteX3" fmla="*/ 256256 w 594529"/>
                <a:gd name="connsiteY3" fmla="*/ 2160 h 797498"/>
                <a:gd name="connsiteX4" fmla="*/ 300035 w 594529"/>
                <a:gd name="connsiteY4" fmla="*/ 271 h 797498"/>
                <a:gd name="connsiteX5" fmla="*/ 593759 w 594529"/>
                <a:gd name="connsiteY5" fmla="*/ 428689 h 797498"/>
                <a:gd name="connsiteX6" fmla="*/ 593759 w 594529"/>
                <a:gd name="connsiteY6" fmla="*/ 442256 h 797498"/>
                <a:gd name="connsiteX7" fmla="*/ 299126 w 594529"/>
                <a:gd name="connsiteY7" fmla="*/ 797312 h 79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4529" h="797498">
                  <a:moveTo>
                    <a:pt x="299126" y="797312"/>
                  </a:moveTo>
                  <a:cubicBezTo>
                    <a:pt x="91001" y="797312"/>
                    <a:pt x="2884" y="666116"/>
                    <a:pt x="-543" y="488972"/>
                  </a:cubicBezTo>
                  <a:lnTo>
                    <a:pt x="-543" y="475475"/>
                  </a:lnTo>
                  <a:cubicBezTo>
                    <a:pt x="-3969" y="298331"/>
                    <a:pt x="74567" y="2160"/>
                    <a:pt x="256256" y="2160"/>
                  </a:cubicBezTo>
                  <a:lnTo>
                    <a:pt x="300035" y="271"/>
                  </a:lnTo>
                  <a:cubicBezTo>
                    <a:pt x="464171" y="-12666"/>
                    <a:pt x="590472" y="251615"/>
                    <a:pt x="593759" y="428689"/>
                  </a:cubicBezTo>
                  <a:lnTo>
                    <a:pt x="593759" y="442256"/>
                  </a:lnTo>
                  <a:cubicBezTo>
                    <a:pt x="597255" y="619400"/>
                    <a:pt x="525224" y="797312"/>
                    <a:pt x="299126" y="797312"/>
                  </a:cubicBezTo>
                  <a:close/>
                </a:path>
              </a:pathLst>
            </a:custGeom>
            <a:solidFill>
              <a:srgbClr val="FFA38A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iSḻîd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24A60BDE-E050-43BA-8177-EBCEE281D18F}"/>
                </a:ext>
              </a:extLst>
            </p:cNvPr>
            <p:cNvSpPr/>
            <p:nvPr/>
          </p:nvSpPr>
          <p:spPr>
            <a:xfrm>
              <a:off x="6069948" y="2508567"/>
              <a:ext cx="57556" cy="78536"/>
            </a:xfrm>
            <a:custGeom>
              <a:avLst/>
              <a:gdLst>
                <a:gd name="connsiteX0" fmla="*/ 56907 w 57556"/>
                <a:gd name="connsiteY0" fmla="*/ 38977 h 78536"/>
                <a:gd name="connsiteX1" fmla="*/ 28304 w 57556"/>
                <a:gd name="connsiteY1" fmla="*/ 78350 h 78536"/>
                <a:gd name="connsiteX2" fmla="*/ -649 w 57556"/>
                <a:gd name="connsiteY2" fmla="*/ 39187 h 78536"/>
                <a:gd name="connsiteX3" fmla="*/ 28024 w 57556"/>
                <a:gd name="connsiteY3" fmla="*/ -186 h 78536"/>
                <a:gd name="connsiteX4" fmla="*/ 56907 w 57556"/>
                <a:gd name="connsiteY4" fmla="*/ 38977 h 7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56" h="78536">
                  <a:moveTo>
                    <a:pt x="56907" y="38977"/>
                  </a:moveTo>
                  <a:cubicBezTo>
                    <a:pt x="56907" y="60657"/>
                    <a:pt x="44179" y="78280"/>
                    <a:pt x="28304" y="78350"/>
                  </a:cubicBezTo>
                  <a:cubicBezTo>
                    <a:pt x="12429" y="78420"/>
                    <a:pt x="-509" y="60866"/>
                    <a:pt x="-649" y="39187"/>
                  </a:cubicBezTo>
                  <a:cubicBezTo>
                    <a:pt x="-789" y="17507"/>
                    <a:pt x="12079" y="-186"/>
                    <a:pt x="28024" y="-186"/>
                  </a:cubicBezTo>
                  <a:cubicBezTo>
                    <a:pt x="43969" y="-186"/>
                    <a:pt x="56837" y="17297"/>
                    <a:pt x="56907" y="38977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íṥ1ïḍ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7FF1948E-6EAA-4A8A-98BB-64857E2D0C55}"/>
                </a:ext>
              </a:extLst>
            </p:cNvPr>
            <p:cNvSpPr/>
            <p:nvPr/>
          </p:nvSpPr>
          <p:spPr>
            <a:xfrm>
              <a:off x="6190526" y="2568068"/>
              <a:ext cx="81450" cy="100159"/>
            </a:xfrm>
            <a:custGeom>
              <a:avLst/>
              <a:gdLst>
                <a:gd name="connsiteX0" fmla="*/ 70533 w 81450"/>
                <a:gd name="connsiteY0" fmla="*/ 99973 h 100159"/>
                <a:gd name="connsiteX1" fmla="*/ 9551 w 81450"/>
                <a:gd name="connsiteY1" fmla="*/ 99483 h 100159"/>
                <a:gd name="connsiteX2" fmla="*/ 319 w 81450"/>
                <a:gd name="connsiteY2" fmla="*/ 81510 h 100159"/>
                <a:gd name="connsiteX3" fmla="*/ 28293 w 81450"/>
                <a:gd name="connsiteY3" fmla="*/ 7170 h 100159"/>
                <a:gd name="connsiteX4" fmla="*/ 39839 w 81450"/>
                <a:gd name="connsiteY4" fmla="*/ 79 h 100159"/>
                <a:gd name="connsiteX5" fmla="*/ 46756 w 81450"/>
                <a:gd name="connsiteY5" fmla="*/ 6541 h 100159"/>
                <a:gd name="connsiteX6" fmla="*/ 79345 w 81450"/>
                <a:gd name="connsiteY6" fmla="*/ 81370 h 100159"/>
                <a:gd name="connsiteX7" fmla="*/ 70533 w 81450"/>
                <a:gd name="connsiteY7" fmla="*/ 99973 h 100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450" h="100159">
                  <a:moveTo>
                    <a:pt x="70533" y="99973"/>
                  </a:moveTo>
                  <a:lnTo>
                    <a:pt x="9551" y="99483"/>
                  </a:lnTo>
                  <a:cubicBezTo>
                    <a:pt x="2068" y="99483"/>
                    <a:pt x="-2828" y="89902"/>
                    <a:pt x="319" y="81510"/>
                  </a:cubicBezTo>
                  <a:lnTo>
                    <a:pt x="28293" y="7170"/>
                  </a:lnTo>
                  <a:cubicBezTo>
                    <a:pt x="29524" y="2023"/>
                    <a:pt x="34692" y="-1152"/>
                    <a:pt x="39839" y="79"/>
                  </a:cubicBezTo>
                  <a:cubicBezTo>
                    <a:pt x="43119" y="869"/>
                    <a:pt x="45748" y="3317"/>
                    <a:pt x="46756" y="6541"/>
                  </a:cubicBezTo>
                  <a:lnTo>
                    <a:pt x="79345" y="81370"/>
                  </a:lnTo>
                  <a:cubicBezTo>
                    <a:pt x="83401" y="89832"/>
                    <a:pt x="78506" y="100043"/>
                    <a:pt x="70533" y="99973"/>
                  </a:cubicBezTo>
                  <a:close/>
                </a:path>
              </a:pathLst>
            </a:custGeom>
            <a:solidFill>
              <a:srgbClr val="FB7B5C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îs1íď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A60BC2F-CFB9-48FB-A958-99796504FCA6}"/>
                </a:ext>
              </a:extLst>
            </p:cNvPr>
            <p:cNvSpPr/>
            <p:nvPr/>
          </p:nvSpPr>
          <p:spPr>
            <a:xfrm>
              <a:off x="6320244" y="2508567"/>
              <a:ext cx="57556" cy="78536"/>
            </a:xfrm>
            <a:custGeom>
              <a:avLst/>
              <a:gdLst>
                <a:gd name="connsiteX0" fmla="*/ -650 w 57556"/>
                <a:gd name="connsiteY0" fmla="*/ 38977 h 78536"/>
                <a:gd name="connsiteX1" fmla="*/ 27953 w 57556"/>
                <a:gd name="connsiteY1" fmla="*/ 78350 h 78536"/>
                <a:gd name="connsiteX2" fmla="*/ 56906 w 57556"/>
                <a:gd name="connsiteY2" fmla="*/ 39187 h 78536"/>
                <a:gd name="connsiteX3" fmla="*/ 28233 w 57556"/>
                <a:gd name="connsiteY3" fmla="*/ -186 h 78536"/>
                <a:gd name="connsiteX4" fmla="*/ -650 w 57556"/>
                <a:gd name="connsiteY4" fmla="*/ 38977 h 7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56" h="78536">
                  <a:moveTo>
                    <a:pt x="-650" y="38977"/>
                  </a:moveTo>
                  <a:cubicBezTo>
                    <a:pt x="-650" y="60657"/>
                    <a:pt x="12078" y="78280"/>
                    <a:pt x="27953" y="78350"/>
                  </a:cubicBezTo>
                  <a:cubicBezTo>
                    <a:pt x="43829" y="78420"/>
                    <a:pt x="56836" y="60866"/>
                    <a:pt x="56906" y="39187"/>
                  </a:cubicBezTo>
                  <a:cubicBezTo>
                    <a:pt x="56976" y="17507"/>
                    <a:pt x="44178" y="-186"/>
                    <a:pt x="28233" y="-186"/>
                  </a:cubicBezTo>
                  <a:cubicBezTo>
                    <a:pt x="12288" y="-186"/>
                    <a:pt x="-580" y="17297"/>
                    <a:pt x="-650" y="38977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íṩḻíď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B8629381-B282-4D8D-814B-3F5F0470DF1E}"/>
                </a:ext>
              </a:extLst>
            </p:cNvPr>
            <p:cNvSpPr/>
            <p:nvPr/>
          </p:nvSpPr>
          <p:spPr>
            <a:xfrm>
              <a:off x="6126113" y="2750540"/>
              <a:ext cx="212098" cy="101254"/>
            </a:xfrm>
            <a:custGeom>
              <a:avLst/>
              <a:gdLst>
                <a:gd name="connsiteX0" fmla="*/ 248386 w 249035"/>
                <a:gd name="connsiteY0" fmla="*/ -186 h 118888"/>
                <a:gd name="connsiteX1" fmla="*/ 123833 w 249035"/>
                <a:gd name="connsiteY1" fmla="*/ 118702 h 118888"/>
                <a:gd name="connsiteX2" fmla="*/ -650 w 249035"/>
                <a:gd name="connsiteY2" fmla="*/ -186 h 11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035" h="118888">
                  <a:moveTo>
                    <a:pt x="248386" y="-186"/>
                  </a:moveTo>
                  <a:cubicBezTo>
                    <a:pt x="248386" y="46670"/>
                    <a:pt x="214398" y="118702"/>
                    <a:pt x="123833" y="118702"/>
                  </a:cubicBezTo>
                  <a:cubicBezTo>
                    <a:pt x="33268" y="118702"/>
                    <a:pt x="-650" y="46740"/>
                    <a:pt x="-650" y="-186"/>
                  </a:cubicBezTo>
                  <a:close/>
                </a:path>
              </a:pathLst>
            </a:custGeom>
            <a:solidFill>
              <a:srgbClr val="FFFFFF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íŝḻïḑè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D57F7343-936B-4A4D-812A-CBADAAAE8CF6}"/>
                </a:ext>
              </a:extLst>
            </p:cNvPr>
            <p:cNvSpPr/>
            <p:nvPr/>
          </p:nvSpPr>
          <p:spPr>
            <a:xfrm>
              <a:off x="5949173" y="2088389"/>
              <a:ext cx="623324" cy="491095"/>
            </a:xfrm>
            <a:custGeom>
              <a:avLst/>
              <a:gdLst>
                <a:gd name="connsiteX0" fmla="*/ 311047 w 623324"/>
                <a:gd name="connsiteY0" fmla="*/ -104 h 491095"/>
                <a:gd name="connsiteX1" fmla="*/ -650 w 623324"/>
                <a:gd name="connsiteY1" fmla="*/ 239141 h 491095"/>
                <a:gd name="connsiteX2" fmla="*/ 25925 w 623324"/>
                <a:gd name="connsiteY2" fmla="*/ 490905 h 491095"/>
                <a:gd name="connsiteX3" fmla="*/ 47675 w 623324"/>
                <a:gd name="connsiteY3" fmla="*/ 352155 h 491095"/>
                <a:gd name="connsiteX4" fmla="*/ 117050 w 623324"/>
                <a:gd name="connsiteY4" fmla="*/ 280263 h 491095"/>
                <a:gd name="connsiteX5" fmla="*/ 488681 w 623324"/>
                <a:gd name="connsiteY5" fmla="*/ 280263 h 491095"/>
                <a:gd name="connsiteX6" fmla="*/ 574350 w 623324"/>
                <a:gd name="connsiteY6" fmla="*/ 352155 h 491095"/>
                <a:gd name="connsiteX7" fmla="*/ 596169 w 623324"/>
                <a:gd name="connsiteY7" fmla="*/ 490905 h 491095"/>
                <a:gd name="connsiteX8" fmla="*/ 622675 w 623324"/>
                <a:gd name="connsiteY8" fmla="*/ 239141 h 491095"/>
                <a:gd name="connsiteX9" fmla="*/ 311047 w 623324"/>
                <a:gd name="connsiteY9" fmla="*/ -104 h 49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3324" h="491095">
                  <a:moveTo>
                    <a:pt x="311047" y="-104"/>
                  </a:moveTo>
                  <a:cubicBezTo>
                    <a:pt x="24806" y="-4580"/>
                    <a:pt x="-650" y="174312"/>
                    <a:pt x="-650" y="239141"/>
                  </a:cubicBezTo>
                  <a:cubicBezTo>
                    <a:pt x="-650" y="346071"/>
                    <a:pt x="25925" y="490905"/>
                    <a:pt x="25925" y="490905"/>
                  </a:cubicBezTo>
                  <a:cubicBezTo>
                    <a:pt x="32919" y="491534"/>
                    <a:pt x="34947" y="423488"/>
                    <a:pt x="47675" y="352155"/>
                  </a:cubicBezTo>
                  <a:cubicBezTo>
                    <a:pt x="55158" y="310684"/>
                    <a:pt x="74879" y="280543"/>
                    <a:pt x="117050" y="280263"/>
                  </a:cubicBezTo>
                  <a:cubicBezTo>
                    <a:pt x="164535" y="279913"/>
                    <a:pt x="441195" y="279913"/>
                    <a:pt x="488681" y="280263"/>
                  </a:cubicBezTo>
                  <a:cubicBezTo>
                    <a:pt x="530851" y="280466"/>
                    <a:pt x="566867" y="310684"/>
                    <a:pt x="574350" y="352155"/>
                  </a:cubicBezTo>
                  <a:cubicBezTo>
                    <a:pt x="587148" y="423488"/>
                    <a:pt x="589386" y="491534"/>
                    <a:pt x="596169" y="490905"/>
                  </a:cubicBezTo>
                  <a:cubicBezTo>
                    <a:pt x="596169" y="490905"/>
                    <a:pt x="622675" y="345861"/>
                    <a:pt x="622675" y="239141"/>
                  </a:cubicBezTo>
                  <a:cubicBezTo>
                    <a:pt x="622675" y="174312"/>
                    <a:pt x="597289" y="-4580"/>
                    <a:pt x="311047" y="-104"/>
                  </a:cubicBezTo>
                  <a:close/>
                </a:path>
              </a:pathLst>
            </a:custGeom>
            <a:solidFill>
              <a:srgbClr val="000128"/>
            </a:solidFill>
            <a:ln w="69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îṧ1îḓê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DC52CDC-C35A-4B5B-8ABF-E2D075DF06EB}"/>
                </a:ext>
              </a:extLst>
            </p:cNvPr>
            <p:cNvSpPr/>
            <p:nvPr/>
          </p:nvSpPr>
          <p:spPr>
            <a:xfrm>
              <a:off x="6001973" y="2439122"/>
              <a:ext cx="214838" cy="231342"/>
            </a:xfrm>
            <a:custGeom>
              <a:avLst/>
              <a:gdLst>
                <a:gd name="connsiteX0" fmla="*/ 214838 w 214838"/>
                <a:gd name="connsiteY0" fmla="*/ 115671 h 231342"/>
                <a:gd name="connsiteX1" fmla="*/ 107419 w 214838"/>
                <a:gd name="connsiteY1" fmla="*/ 231343 h 231342"/>
                <a:gd name="connsiteX2" fmla="*/ 0 w 214838"/>
                <a:gd name="connsiteY2" fmla="*/ 115671 h 231342"/>
                <a:gd name="connsiteX3" fmla="*/ 107419 w 214838"/>
                <a:gd name="connsiteY3" fmla="*/ 0 h 231342"/>
                <a:gd name="connsiteX4" fmla="*/ 214838 w 214838"/>
                <a:gd name="connsiteY4" fmla="*/ 115671 h 23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838" h="231342">
                  <a:moveTo>
                    <a:pt x="214838" y="115671"/>
                  </a:moveTo>
                  <a:cubicBezTo>
                    <a:pt x="214838" y="179555"/>
                    <a:pt x="166745" y="231343"/>
                    <a:pt x="107419" y="231343"/>
                  </a:cubicBezTo>
                  <a:cubicBezTo>
                    <a:pt x="48093" y="231343"/>
                    <a:pt x="0" y="179555"/>
                    <a:pt x="0" y="115671"/>
                  </a:cubicBezTo>
                  <a:cubicBezTo>
                    <a:pt x="0" y="51788"/>
                    <a:pt x="48093" y="0"/>
                    <a:pt x="107419" y="0"/>
                  </a:cubicBezTo>
                  <a:cubicBezTo>
                    <a:pt x="166745" y="0"/>
                    <a:pt x="214838" y="51788"/>
                    <a:pt x="214838" y="115671"/>
                  </a:cubicBezTo>
                  <a:close/>
                </a:path>
              </a:pathLst>
            </a:custGeom>
            <a:noFill/>
            <a:ln w="6984" cap="flat">
              <a:solidFill>
                <a:srgbClr val="00012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íṥļíḓ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F6D9103-5BF3-4A7C-8AE7-080993D88BEE}"/>
                </a:ext>
              </a:extLst>
            </p:cNvPr>
            <p:cNvSpPr/>
            <p:nvPr/>
          </p:nvSpPr>
          <p:spPr>
            <a:xfrm>
              <a:off x="6241568" y="2430870"/>
              <a:ext cx="230083" cy="247847"/>
            </a:xfrm>
            <a:custGeom>
              <a:avLst/>
              <a:gdLst>
                <a:gd name="connsiteX0" fmla="*/ 230084 w 230083"/>
                <a:gd name="connsiteY0" fmla="*/ 123924 h 247847"/>
                <a:gd name="connsiteX1" fmla="*/ 115042 w 230083"/>
                <a:gd name="connsiteY1" fmla="*/ 247847 h 247847"/>
                <a:gd name="connsiteX2" fmla="*/ 0 w 230083"/>
                <a:gd name="connsiteY2" fmla="*/ 123924 h 247847"/>
                <a:gd name="connsiteX3" fmla="*/ 115042 w 230083"/>
                <a:gd name="connsiteY3" fmla="*/ 0 h 247847"/>
                <a:gd name="connsiteX4" fmla="*/ 230084 w 230083"/>
                <a:gd name="connsiteY4" fmla="*/ 123924 h 247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83" h="247847">
                  <a:moveTo>
                    <a:pt x="230084" y="123924"/>
                  </a:moveTo>
                  <a:cubicBezTo>
                    <a:pt x="230084" y="192365"/>
                    <a:pt x="178578" y="247847"/>
                    <a:pt x="115042" y="247847"/>
                  </a:cubicBezTo>
                  <a:cubicBezTo>
                    <a:pt x="51506" y="247847"/>
                    <a:pt x="0" y="192365"/>
                    <a:pt x="0" y="123924"/>
                  </a:cubicBezTo>
                  <a:cubicBezTo>
                    <a:pt x="0" y="55482"/>
                    <a:pt x="51506" y="0"/>
                    <a:pt x="115042" y="0"/>
                  </a:cubicBezTo>
                  <a:cubicBezTo>
                    <a:pt x="178578" y="0"/>
                    <a:pt x="230084" y="55482"/>
                    <a:pt x="230084" y="123924"/>
                  </a:cubicBezTo>
                  <a:close/>
                </a:path>
              </a:pathLst>
            </a:custGeom>
            <a:noFill/>
            <a:ln w="6984" cap="flat">
              <a:solidFill>
                <a:srgbClr val="00012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ï$ľîdé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8993718F-04E6-45E7-BF05-A9A483827803}"/>
                </a:ext>
              </a:extLst>
            </p:cNvPr>
            <p:cNvSpPr/>
            <p:nvPr/>
          </p:nvSpPr>
          <p:spPr>
            <a:xfrm>
              <a:off x="4232706" y="2916703"/>
              <a:ext cx="4103533" cy="3212640"/>
            </a:xfrm>
            <a:custGeom>
              <a:avLst/>
              <a:gdLst>
                <a:gd name="connsiteX0" fmla="*/ 3801537 w 4103533"/>
                <a:gd name="connsiteY0" fmla="*/ -186 h 3212640"/>
                <a:gd name="connsiteX1" fmla="*/ 4102884 w 4103533"/>
                <a:gd name="connsiteY1" fmla="*/ 1089949 h 3212640"/>
                <a:gd name="connsiteX2" fmla="*/ 1980379 w 4103533"/>
                <a:gd name="connsiteY2" fmla="*/ 3212455 h 3212640"/>
                <a:gd name="connsiteX3" fmla="*/ -650 w 4103533"/>
                <a:gd name="connsiteY3" fmla="*/ 1847757 h 321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3533" h="3212640">
                  <a:moveTo>
                    <a:pt x="3801537" y="-186"/>
                  </a:moveTo>
                  <a:cubicBezTo>
                    <a:pt x="3998752" y="329253"/>
                    <a:pt x="4102884" y="706003"/>
                    <a:pt x="4102884" y="1089949"/>
                  </a:cubicBezTo>
                  <a:cubicBezTo>
                    <a:pt x="4102884" y="2254355"/>
                    <a:pt x="3144784" y="3212455"/>
                    <a:pt x="1980379" y="3212455"/>
                  </a:cubicBezTo>
                  <a:cubicBezTo>
                    <a:pt x="1082422" y="3212455"/>
                    <a:pt x="307131" y="2642630"/>
                    <a:pt x="-650" y="1847757"/>
                  </a:cubicBezTo>
                </a:path>
              </a:pathLst>
            </a:custGeom>
            <a:noFill/>
            <a:ln w="6984" cap="flat">
              <a:solidFill>
                <a:srgbClr val="C0CEE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968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5543" y="145145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/>
            </a:lvl1pPr>
          </a:lstStyle>
          <a:p>
            <a:r>
              <a:rPr lang="zh-CN" altLang="en-US" dirty="0" smtClean="0"/>
              <a:t>方案架構與組成元件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4738026" y="943428"/>
            <a:ext cx="4013200" cy="56315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738026" y="943428"/>
            <a:ext cx="4013200" cy="15824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978872" y="1003912"/>
            <a:ext cx="3772354" cy="1331419"/>
            <a:chOff x="4854617" y="925566"/>
            <a:chExt cx="3772354" cy="1331419"/>
          </a:xfrm>
        </p:grpSpPr>
        <p:pic>
          <p:nvPicPr>
            <p:cNvPr id="40" name="Picture 2" descr="http://i.dell.com/images/global/products/pvaul/pvaul_highlights/powervault-md1200-overview1.jpg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617" y="925566"/>
              <a:ext cx="3772354" cy="1331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文字方塊 15"/>
            <p:cNvSpPr txBox="1"/>
            <p:nvPr/>
          </p:nvSpPr>
          <p:spPr>
            <a:xfrm>
              <a:off x="6126868" y="1277708"/>
              <a:ext cx="1537857" cy="3077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 err="1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MariaDB</a:t>
              </a:r>
              <a:r>
                <a:rPr lang="en-US" altLang="zh-TW" sz="1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Server</a:t>
              </a:r>
              <a:endParaRPr lang="zh-TW" altLang="en-US" sz="1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92775" y="943428"/>
            <a:ext cx="4013200" cy="5631541"/>
            <a:chOff x="355600" y="972457"/>
            <a:chExt cx="4013200" cy="5631541"/>
          </a:xfrm>
        </p:grpSpPr>
        <p:sp>
          <p:nvSpPr>
            <p:cNvPr id="4" name="矩形 3"/>
            <p:cNvSpPr/>
            <p:nvPr/>
          </p:nvSpPr>
          <p:spPr>
            <a:xfrm>
              <a:off x="355600" y="972457"/>
              <a:ext cx="4013200" cy="56315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55600" y="972457"/>
              <a:ext cx="4013200" cy="1582402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pic>
        <p:nvPicPr>
          <p:cNvPr id="38" name="Picture 2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3579" y="943429"/>
            <a:ext cx="811592" cy="120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467157" y="2156498"/>
            <a:ext cx="186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既有   </a:t>
            </a:r>
            <a:r>
              <a:rPr lang="en-US" altLang="zh-CN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 DB</a:t>
            </a:r>
            <a:endParaRPr lang="zh-CN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11592" y="2156498"/>
            <a:ext cx="20132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新增   </a:t>
            </a:r>
            <a:r>
              <a:rPr lang="en-US" altLang="zh-TW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Maria DB</a:t>
            </a:r>
            <a:endParaRPr lang="zh-CN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1" name="文字方塊 13"/>
          <p:cNvSpPr txBox="1"/>
          <p:nvPr/>
        </p:nvSpPr>
        <p:spPr>
          <a:xfrm>
            <a:off x="447674" y="2595673"/>
            <a:ext cx="351472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支援產品</a:t>
            </a:r>
            <a:endParaRPr lang="en-US" altLang="zh-TW" sz="1600" b="1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 err="1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WorkFlow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ERP(GP2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含以上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Smart ERP(82 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含以上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Cosmos ERP (92 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含以上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600" b="1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支援作業系統</a:t>
            </a:r>
            <a:endParaRPr lang="en-US" altLang="zh-TW" sz="1600" b="1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Windows Server 2008 R2(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400" b="1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支援資料庫版本</a:t>
            </a:r>
            <a:endParaRPr lang="en-US" altLang="zh-TW" sz="1400" b="1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SQL Server 2005 (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</a:t>
            </a:r>
          </a:p>
        </p:txBody>
      </p:sp>
      <p:sp>
        <p:nvSpPr>
          <p:cNvPr id="52" name="文字方塊 16"/>
          <p:cNvSpPr txBox="1"/>
          <p:nvPr/>
        </p:nvSpPr>
        <p:spPr>
          <a:xfrm>
            <a:off x="4775958" y="2595673"/>
            <a:ext cx="39752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硬體規格</a:t>
            </a:r>
            <a:endParaRPr lang="en-US" altLang="zh-TW" sz="1600" b="1" u="sng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2020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年後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Intel XEON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Core i5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以上處理器。</a:t>
            </a:r>
            <a:endParaRPr lang="en-US" altLang="zh-TW" sz="12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至少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8GB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以上記憶體。</a:t>
            </a:r>
            <a:endParaRPr lang="en-US" altLang="zh-TW" sz="12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由多顆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SATA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SAS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硬碟組成之磁碟陣列系統。</a:t>
            </a:r>
            <a:endParaRPr lang="en-US" altLang="zh-TW" sz="1600" dirty="0" smtClean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zh-TW" sz="1600" dirty="0" smtClean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600" b="1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作業系統</a:t>
            </a:r>
            <a:endParaRPr lang="en-US" altLang="zh-TW" sz="1600" b="1" u="sng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Windows Server 2016(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</a:t>
            </a:r>
            <a:endParaRPr lang="en-US" altLang="zh-TW" sz="12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 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Windows 10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專業版以上作業系統</a:t>
            </a:r>
            <a:endParaRPr lang="en-US" altLang="zh-TW" sz="12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Microsoft Visual C++ 2015-2022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可轉散發套件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3" name="文字方塊 16"/>
          <p:cNvSpPr txBox="1"/>
          <p:nvPr/>
        </p:nvSpPr>
        <p:spPr>
          <a:xfrm>
            <a:off x="4775958" y="4704132"/>
            <a:ext cx="39752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資料庫 </a:t>
            </a:r>
            <a:r>
              <a:rPr lang="en-US" altLang="zh-TW" sz="1600" b="1" u="sng" dirty="0" smtClean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 b="1" u="sng" dirty="0" smtClean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不需另加購</a:t>
            </a:r>
            <a:r>
              <a:rPr lang="en-US" altLang="zh-TW" sz="1600" b="1" u="sng" dirty="0" smtClean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Maria DB 10.7</a:t>
            </a:r>
            <a:b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依公司別切分不同資料庫檔案，方便存查及記錄管理</a:t>
            </a:r>
            <a:endParaRPr lang="en-US" altLang="zh-TW" sz="12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sz="1200" b="1" u="sng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600" b="1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儲存空間</a:t>
            </a:r>
            <a:endParaRPr lang="en-US" altLang="zh-TW" sz="1600" b="1" u="sng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基本存放</a:t>
            </a:r>
            <a:r>
              <a:rPr lang="en-US" altLang="zh-TW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12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年以上，需視實際使用狀況而定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508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Sľiḓé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="" id="{9191FF1A-3F96-4FFF-ADB5-2835D6F9EB45}"/>
              </a:ext>
            </a:extLst>
          </p:cNvPr>
          <p:cNvSpPr txBox="1"/>
          <p:nvPr/>
        </p:nvSpPr>
        <p:spPr>
          <a:xfrm flipH="1">
            <a:off x="952141" y="1132869"/>
            <a:ext cx="7364543" cy="900000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ctr">
              <a:defRPr sz="14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altLang="zh-CN" sz="2400" b="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5543" y="145145"/>
            <a:ext cx="499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/>
            </a:lvl1pPr>
          </a:lstStyle>
          <a:p>
            <a:r>
              <a:rPr lang="zh-TW" altLang="en-US" dirty="0" smtClean="0">
                <a:sym typeface="+mn-ea"/>
              </a:rPr>
              <a:t>資</a:t>
            </a:r>
            <a:r>
              <a:rPr lang="zh-TW" altLang="en-US" dirty="0">
                <a:sym typeface="+mn-ea"/>
              </a:rPr>
              <a:t>料軌跡架構</a:t>
            </a:r>
            <a:r>
              <a:rPr lang="zh-TW" altLang="en-US" dirty="0" smtClean="0">
                <a:sym typeface="+mn-ea"/>
              </a:rPr>
              <a:t>限制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325155" y="1367462"/>
            <a:ext cx="30572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無法回朔上線前資料的異動軌跡</a:t>
            </a:r>
            <a:endParaRPr lang="en-US" altLang="zh-CN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iṥļïḓê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="" id="{2CD9B5C9-5D78-43F9-B68A-C826416407E3}"/>
              </a:ext>
            </a:extLst>
          </p:cNvPr>
          <p:cNvGrpSpPr/>
          <p:nvPr/>
        </p:nvGrpSpPr>
        <p:grpSpPr>
          <a:xfrm>
            <a:off x="772141" y="1132869"/>
            <a:ext cx="360000" cy="360000"/>
            <a:chOff x="810054" y="2711744"/>
            <a:chExt cx="360001" cy="360000"/>
          </a:xfrm>
        </p:grpSpPr>
        <p:sp>
          <p:nvSpPr>
            <p:cNvPr id="8" name="îşḻïḋe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C24AD03D-8116-4E32-BBFC-06B6DF2EBCD4}"/>
                </a:ext>
              </a:extLst>
            </p:cNvPr>
            <p:cNvSpPr/>
            <p:nvPr/>
          </p:nvSpPr>
          <p:spPr>
            <a:xfrm>
              <a:off x="810054" y="2711744"/>
              <a:ext cx="360001" cy="36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ïṣḻîḋé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AF6EB019-47B6-43B2-870A-4724F8DAEA0F}"/>
                </a:ext>
              </a:extLst>
            </p:cNvPr>
            <p:cNvSpPr/>
            <p:nvPr/>
          </p:nvSpPr>
          <p:spPr>
            <a:xfrm>
              <a:off x="908639" y="2837151"/>
              <a:ext cx="162833" cy="109186"/>
            </a:xfrm>
            <a:custGeom>
              <a:avLst/>
              <a:gdLst>
                <a:gd name="connsiteX0" fmla="*/ 195400 w 195399"/>
                <a:gd name="connsiteY0" fmla="*/ 0 h 131023"/>
                <a:gd name="connsiteX1" fmla="*/ 64376 w 195399"/>
                <a:gd name="connsiteY1" fmla="*/ 131023 h 131023"/>
                <a:gd name="connsiteX2" fmla="*/ 0 w 195399"/>
                <a:gd name="connsiteY2" fmla="*/ 66647 h 13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5399" h="131023">
                  <a:moveTo>
                    <a:pt x="195400" y="0"/>
                  </a:moveTo>
                  <a:lnTo>
                    <a:pt x="64376" y="131023"/>
                  </a:lnTo>
                  <a:lnTo>
                    <a:pt x="0" y="66647"/>
                  </a:lnTo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72141" y="2197219"/>
            <a:ext cx="7544543" cy="997885"/>
            <a:chOff x="772141" y="2197219"/>
            <a:chExt cx="7544543" cy="997885"/>
          </a:xfrm>
        </p:grpSpPr>
        <p:grpSp>
          <p:nvGrpSpPr>
            <p:cNvPr id="40" name="组合 39"/>
            <p:cNvGrpSpPr/>
            <p:nvPr/>
          </p:nvGrpSpPr>
          <p:grpSpPr>
            <a:xfrm>
              <a:off x="952141" y="2295104"/>
              <a:ext cx="7364543" cy="900000"/>
              <a:chOff x="952141" y="2295104"/>
              <a:chExt cx="7364543" cy="900000"/>
            </a:xfrm>
          </p:grpSpPr>
          <p:sp>
            <p:nvSpPr>
              <p:cNvPr id="6" name="ïSľiḓé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9191FF1A-3F96-4FFF-ADB5-2835D6F9EB45}"/>
                  </a:ext>
                </a:extLst>
              </p:cNvPr>
              <p:cNvSpPr txBox="1"/>
              <p:nvPr/>
            </p:nvSpPr>
            <p:spPr>
              <a:xfrm flipH="1">
                <a:off x="952141" y="2295104"/>
                <a:ext cx="7364543" cy="900000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algn="ctr">
                  <a:defRPr sz="1400" b="1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en-US" altLang="zh-CN" sz="2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078559" y="2295104"/>
                <a:ext cx="698851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sz="16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版更時或轉檔時需確定資料己同步完成才能進行版更或轉檔。</a:t>
                </a:r>
                <a:endPara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177140" y="2685881"/>
                <a:ext cx="3743332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28650" lvl="1" indent="-171450">
                  <a:buFont typeface="Wingdings" panose="05000000000000000000" pitchFamily="2" charset="2"/>
                  <a:buChar char="ü"/>
                </a:pPr>
                <a:r>
                  <a:rPr lang="zh-TW" altLang="en-US" sz="1200" dirty="0">
                    <a:solidFill>
                      <a:srgbClr val="00206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版更轉檔工具會檢查是否有未上傳軌跡資料</a:t>
                </a:r>
                <a:endPara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2" name="iSľïḓè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38435FF0-6F79-4EF7-ADFE-3BEE13F9038D}"/>
                </a:ext>
              </a:extLst>
            </p:cNvPr>
            <p:cNvGrpSpPr/>
            <p:nvPr/>
          </p:nvGrpSpPr>
          <p:grpSpPr>
            <a:xfrm>
              <a:off x="772141" y="2197219"/>
              <a:ext cx="360000" cy="360000"/>
              <a:chOff x="810054" y="2711744"/>
              <a:chExt cx="360001" cy="360000"/>
            </a:xfrm>
          </p:grpSpPr>
          <p:sp>
            <p:nvSpPr>
              <p:cNvPr id="23" name="iṧ1íḍè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16AEDC1B-1F5C-457B-9AF4-ABE434AEC4B0}"/>
                  </a:ext>
                </a:extLst>
              </p:cNvPr>
              <p:cNvSpPr/>
              <p:nvPr/>
            </p:nvSpPr>
            <p:spPr>
              <a:xfrm>
                <a:off x="810054" y="2711744"/>
                <a:ext cx="36000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4" name="íšļîḑe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8A58499D-4E54-44FA-AE68-39543050CAD3}"/>
                  </a:ext>
                </a:extLst>
              </p:cNvPr>
              <p:cNvSpPr/>
              <p:nvPr/>
            </p:nvSpPr>
            <p:spPr>
              <a:xfrm>
                <a:off x="908639" y="2837151"/>
                <a:ext cx="162833" cy="109186"/>
              </a:xfrm>
              <a:custGeom>
                <a:avLst/>
                <a:gdLst>
                  <a:gd name="connsiteX0" fmla="*/ 195400 w 195399"/>
                  <a:gd name="connsiteY0" fmla="*/ 0 h 131023"/>
                  <a:gd name="connsiteX1" fmla="*/ 64376 w 195399"/>
                  <a:gd name="connsiteY1" fmla="*/ 131023 h 131023"/>
                  <a:gd name="connsiteX2" fmla="*/ 0 w 195399"/>
                  <a:gd name="connsiteY2" fmla="*/ 66647 h 13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399" h="131023">
                    <a:moveTo>
                      <a:pt x="195400" y="0"/>
                    </a:moveTo>
                    <a:lnTo>
                      <a:pt x="64376" y="131023"/>
                    </a:lnTo>
                    <a:lnTo>
                      <a:pt x="0" y="66647"/>
                    </a:ln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772141" y="3388039"/>
            <a:ext cx="7617118" cy="969300"/>
            <a:chOff x="772141" y="3388039"/>
            <a:chExt cx="7617118" cy="969300"/>
          </a:xfrm>
        </p:grpSpPr>
        <p:sp>
          <p:nvSpPr>
            <p:cNvPr id="10" name="ïSľiḓé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9191FF1A-3F96-4FFF-ADB5-2835D6F9EB45}"/>
                </a:ext>
              </a:extLst>
            </p:cNvPr>
            <p:cNvSpPr txBox="1"/>
            <p:nvPr/>
          </p:nvSpPr>
          <p:spPr>
            <a:xfrm flipH="1">
              <a:off x="952141" y="3457339"/>
              <a:ext cx="7364543" cy="900000"/>
            </a:xfrm>
            <a:prstGeom prst="roundRect">
              <a:avLst>
                <a:gd name="adj" fmla="val 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400" b="1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zh-CN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79065" y="3506279"/>
              <a:ext cx="741019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己有設定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DTS Trigger ERP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資料表，欄位異動時必須配合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ERP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轉檔工具進行調整</a:t>
              </a:r>
              <a:endParaRPr lang="zh-CN" altLang="en-US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177140" y="3844833"/>
              <a:ext cx="54849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28650" lvl="1" indent="-171450">
                <a:buFont typeface="Wingdings" panose="05000000000000000000" pitchFamily="2" charset="2"/>
                <a:buChar char="ü"/>
              </a:pP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異動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TABLE 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需停用 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TRIGGER/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重建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TRIGGER/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重建暫存資料表</a:t>
              </a:r>
              <a:endParaRPr lang="en-US" altLang="zh-TW" sz="12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endParaRPr>
            </a:p>
            <a:p>
              <a:pPr marL="628650" lvl="1" indent="-171450">
                <a:buFont typeface="Wingdings" panose="05000000000000000000" pitchFamily="2" charset="2"/>
                <a:buChar char="ü"/>
              </a:pP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Wingdings" panose="05000000000000000000" pitchFamily="2" charset="2"/>
                </a:rPr>
                <a:t>軟代提供轉檔工具需一併修改</a:t>
              </a:r>
              <a:endParaRPr lang="en-US" altLang="zh-TW" sz="12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7" name="iṥļïḓê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2CD9B5C9-5D78-43F9-B68A-C826416407E3}"/>
                </a:ext>
              </a:extLst>
            </p:cNvPr>
            <p:cNvGrpSpPr/>
            <p:nvPr/>
          </p:nvGrpSpPr>
          <p:grpSpPr>
            <a:xfrm>
              <a:off x="772141" y="3388039"/>
              <a:ext cx="360000" cy="360000"/>
              <a:chOff x="810054" y="2711744"/>
              <a:chExt cx="360001" cy="360000"/>
            </a:xfrm>
          </p:grpSpPr>
          <p:sp>
            <p:nvSpPr>
              <p:cNvPr id="31" name="îşḻïḋe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C24AD03D-8116-4E32-BBFC-06B6DF2EBCD4}"/>
                  </a:ext>
                </a:extLst>
              </p:cNvPr>
              <p:cNvSpPr/>
              <p:nvPr/>
            </p:nvSpPr>
            <p:spPr>
              <a:xfrm>
                <a:off x="810054" y="2711744"/>
                <a:ext cx="36000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2" name="ïṣḻîḋé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AF6EB019-47B6-43B2-870A-4724F8DAEA0F}"/>
                  </a:ext>
                </a:extLst>
              </p:cNvPr>
              <p:cNvSpPr/>
              <p:nvPr/>
            </p:nvSpPr>
            <p:spPr>
              <a:xfrm>
                <a:off x="908639" y="2837151"/>
                <a:ext cx="162833" cy="109186"/>
              </a:xfrm>
              <a:custGeom>
                <a:avLst/>
                <a:gdLst>
                  <a:gd name="connsiteX0" fmla="*/ 195400 w 195399"/>
                  <a:gd name="connsiteY0" fmla="*/ 0 h 131023"/>
                  <a:gd name="connsiteX1" fmla="*/ 64376 w 195399"/>
                  <a:gd name="connsiteY1" fmla="*/ 131023 h 131023"/>
                  <a:gd name="connsiteX2" fmla="*/ 0 w 195399"/>
                  <a:gd name="connsiteY2" fmla="*/ 66647 h 13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399" h="131023">
                    <a:moveTo>
                      <a:pt x="195400" y="0"/>
                    </a:moveTo>
                    <a:lnTo>
                      <a:pt x="64376" y="131023"/>
                    </a:lnTo>
                    <a:lnTo>
                      <a:pt x="0" y="66647"/>
                    </a:ln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772141" y="4452389"/>
            <a:ext cx="7544543" cy="1067185"/>
            <a:chOff x="772141" y="4452389"/>
            <a:chExt cx="7544543" cy="1067185"/>
          </a:xfrm>
        </p:grpSpPr>
        <p:sp>
          <p:nvSpPr>
            <p:cNvPr id="12" name="ïSľiḓé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9191FF1A-3F96-4FFF-ADB5-2835D6F9EB45}"/>
                </a:ext>
              </a:extLst>
            </p:cNvPr>
            <p:cNvSpPr txBox="1"/>
            <p:nvPr/>
          </p:nvSpPr>
          <p:spPr>
            <a:xfrm flipH="1">
              <a:off x="952141" y="4619574"/>
              <a:ext cx="7364543" cy="900000"/>
            </a:xfrm>
            <a:prstGeom prst="roundRect">
              <a:avLst>
                <a:gd name="adj" fmla="val 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400" b="1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zh-CN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40683" y="4619574"/>
              <a:ext cx="717440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ERP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資料庫移機時，必須將資料軌跡暫存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DB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備份移至新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DB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主機上。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177140" y="4958128"/>
              <a:ext cx="4166782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28650" lvl="1" indent="-171450">
                <a:buFont typeface="Wingdings" panose="05000000000000000000" pitchFamily="2" charset="2"/>
                <a:buChar char="ü"/>
              </a:pP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DTS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暫存資料庫命名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 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公司別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DBNAME_DTSLOG</a:t>
              </a:r>
            </a:p>
          </p:txBody>
        </p:sp>
        <p:grpSp>
          <p:nvGrpSpPr>
            <p:cNvPr id="28" name="iSľïḓè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38435FF0-6F79-4EF7-ADFE-3BEE13F9038D}"/>
                </a:ext>
              </a:extLst>
            </p:cNvPr>
            <p:cNvGrpSpPr/>
            <p:nvPr/>
          </p:nvGrpSpPr>
          <p:grpSpPr>
            <a:xfrm>
              <a:off x="772141" y="4452389"/>
              <a:ext cx="360000" cy="360000"/>
              <a:chOff x="810054" y="2711744"/>
              <a:chExt cx="360001" cy="360000"/>
            </a:xfrm>
          </p:grpSpPr>
          <p:sp>
            <p:nvSpPr>
              <p:cNvPr id="29" name="iṧ1íḍè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16AEDC1B-1F5C-457B-9AF4-ABE434AEC4B0}"/>
                  </a:ext>
                </a:extLst>
              </p:cNvPr>
              <p:cNvSpPr/>
              <p:nvPr/>
            </p:nvSpPr>
            <p:spPr>
              <a:xfrm>
                <a:off x="810054" y="2711744"/>
                <a:ext cx="36000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0" name="íšļîḑe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8A58499D-4E54-44FA-AE68-39543050CAD3}"/>
                  </a:ext>
                </a:extLst>
              </p:cNvPr>
              <p:cNvSpPr/>
              <p:nvPr/>
            </p:nvSpPr>
            <p:spPr>
              <a:xfrm>
                <a:off x="908639" y="2837151"/>
                <a:ext cx="162833" cy="109186"/>
              </a:xfrm>
              <a:custGeom>
                <a:avLst/>
                <a:gdLst>
                  <a:gd name="connsiteX0" fmla="*/ 195400 w 195399"/>
                  <a:gd name="connsiteY0" fmla="*/ 0 h 131023"/>
                  <a:gd name="connsiteX1" fmla="*/ 64376 w 195399"/>
                  <a:gd name="connsiteY1" fmla="*/ 131023 h 131023"/>
                  <a:gd name="connsiteX2" fmla="*/ 0 w 195399"/>
                  <a:gd name="connsiteY2" fmla="*/ 66647 h 13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399" h="131023">
                    <a:moveTo>
                      <a:pt x="195400" y="0"/>
                    </a:moveTo>
                    <a:lnTo>
                      <a:pt x="64376" y="131023"/>
                    </a:lnTo>
                    <a:lnTo>
                      <a:pt x="0" y="66647"/>
                    </a:ln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772141" y="5670817"/>
            <a:ext cx="7544543" cy="1010994"/>
            <a:chOff x="772141" y="5670817"/>
            <a:chExt cx="7544543" cy="1010994"/>
          </a:xfrm>
        </p:grpSpPr>
        <p:sp>
          <p:nvSpPr>
            <p:cNvPr id="13" name="ïSľiḓé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9191FF1A-3F96-4FFF-ADB5-2835D6F9EB45}"/>
                </a:ext>
              </a:extLst>
            </p:cNvPr>
            <p:cNvSpPr txBox="1"/>
            <p:nvPr/>
          </p:nvSpPr>
          <p:spPr>
            <a:xfrm flipH="1">
              <a:off x="952141" y="5781811"/>
              <a:ext cx="7364543" cy="900000"/>
            </a:xfrm>
            <a:prstGeom prst="roundRect">
              <a:avLst>
                <a:gd name="adj" fmla="val 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400" b="1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zh-CN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78559" y="5774945"/>
              <a:ext cx="233108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需建構一</a:t>
              </a:r>
              <a:r>
                <a:rPr lang="en-US" altLang="zh-TW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Maria DB</a:t>
              </a:r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機器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177140" y="6021534"/>
              <a:ext cx="68899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28650" lvl="1" indent="-171450">
                <a:buFont typeface="Wingdings" panose="05000000000000000000" pitchFamily="2" charset="2"/>
                <a:buChar char="ü"/>
              </a:pP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建議硬碟空間需比原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ERP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DB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硬碟空間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&gt;N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倍，需視客戶異動資料量及記錄公司別多寡而定</a:t>
              </a:r>
              <a:endParaRPr lang="en-US" altLang="zh-TW" sz="12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628650" lvl="1" indent="-171450">
                <a:buFont typeface="Wingdings" panose="05000000000000000000" pitchFamily="2" charset="2"/>
                <a:buChar char="ü"/>
              </a:pP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需要多顆硬碟建構大空間的磁碟陣列 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需請科維單位協助規劃</a:t>
              </a:r>
              <a:r>
                <a:rPr lang="en-US" altLang="zh-TW" sz="1200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</a:p>
          </p:txBody>
        </p:sp>
        <p:grpSp>
          <p:nvGrpSpPr>
            <p:cNvPr id="34" name="iṥļïḓê">
              <a:extLst>
                <a:ext uri="{FF2B5EF4-FFF2-40B4-BE49-F238E27FC236}">
                  <a16:creationId xmlns:a16="http://schemas.microsoft.com/office/drawing/2014/main" xmlns:p14="http://schemas.microsoft.com/office/powerpoint/2010/main" xmlns:a14="http://schemas.microsoft.com/office/drawing/2010/main" xmlns="" id="{2CD9B5C9-5D78-43F9-B68A-C826416407E3}"/>
                </a:ext>
              </a:extLst>
            </p:cNvPr>
            <p:cNvGrpSpPr/>
            <p:nvPr/>
          </p:nvGrpSpPr>
          <p:grpSpPr>
            <a:xfrm>
              <a:off x="772141" y="5670817"/>
              <a:ext cx="360000" cy="360000"/>
              <a:chOff x="810054" y="2711744"/>
              <a:chExt cx="360001" cy="360000"/>
            </a:xfrm>
          </p:grpSpPr>
          <p:sp>
            <p:nvSpPr>
              <p:cNvPr id="38" name="îşḻïḋe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C24AD03D-8116-4E32-BBFC-06B6DF2EBCD4}"/>
                  </a:ext>
                </a:extLst>
              </p:cNvPr>
              <p:cNvSpPr/>
              <p:nvPr/>
            </p:nvSpPr>
            <p:spPr>
              <a:xfrm>
                <a:off x="810054" y="2711744"/>
                <a:ext cx="36000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9" name="ïṣḻîḋé">
                <a:extLst>
                  <a:ext uri="{FF2B5EF4-FFF2-40B4-BE49-F238E27FC236}">
                    <a16:creationId xmlns:a16="http://schemas.microsoft.com/office/drawing/2014/main" xmlns:p14="http://schemas.microsoft.com/office/powerpoint/2010/main" xmlns:a14="http://schemas.microsoft.com/office/drawing/2010/main" xmlns="" id="{AF6EB019-47B6-43B2-870A-4724F8DAEA0F}"/>
                  </a:ext>
                </a:extLst>
              </p:cNvPr>
              <p:cNvSpPr/>
              <p:nvPr/>
            </p:nvSpPr>
            <p:spPr>
              <a:xfrm>
                <a:off x="908639" y="2837151"/>
                <a:ext cx="162833" cy="109186"/>
              </a:xfrm>
              <a:custGeom>
                <a:avLst/>
                <a:gdLst>
                  <a:gd name="connsiteX0" fmla="*/ 195400 w 195399"/>
                  <a:gd name="connsiteY0" fmla="*/ 0 h 131023"/>
                  <a:gd name="connsiteX1" fmla="*/ 64376 w 195399"/>
                  <a:gd name="connsiteY1" fmla="*/ 131023 h 131023"/>
                  <a:gd name="connsiteX2" fmla="*/ 0 w 195399"/>
                  <a:gd name="connsiteY2" fmla="*/ 66647 h 131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5399" h="131023">
                    <a:moveTo>
                      <a:pt x="195400" y="0"/>
                    </a:moveTo>
                    <a:lnTo>
                      <a:pt x="64376" y="131023"/>
                    </a:lnTo>
                    <a:lnTo>
                      <a:pt x="0" y="66647"/>
                    </a:lnTo>
                  </a:path>
                </a:pathLst>
              </a:custGeom>
              <a:noFill/>
              <a:ln w="25400" cap="flat">
                <a:solidFill>
                  <a:srgbClr val="FFFFFF"/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21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1669143" y="1050879"/>
            <a:ext cx="2307771" cy="16513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1669143" y="2191657"/>
            <a:ext cx="2307771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4266943" y="1987600"/>
            <a:ext cx="2960264" cy="624114"/>
          </a:xfrm>
          <a:prstGeom prst="wedgeRoundRectCallout">
            <a:avLst>
              <a:gd name="adj1" fmla="val -57606"/>
              <a:gd name="adj2" fmla="val -2616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資料軌跡上線設</a:t>
            </a:r>
            <a:r>
              <a:rPr lang="zh-CN" altLang="zh-CN" b="1" dirty="0" smtClean="0">
                <a:solidFill>
                  <a:schemeClr val="tx1"/>
                </a:solidFill>
              </a:rPr>
              <a:t>定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2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1669143" y="1828807"/>
            <a:ext cx="2307771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4266941" y="1072780"/>
            <a:ext cx="4006201" cy="1161993"/>
          </a:xfrm>
          <a:prstGeom prst="wedgeRoundRectCallout">
            <a:avLst>
              <a:gd name="adj1" fmla="val -57606"/>
              <a:gd name="adj2" fmla="val -2616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資料軌跡同步排</a:t>
            </a:r>
            <a:r>
              <a:rPr lang="zh-CN" altLang="zh-CN" b="1" dirty="0" smtClean="0">
                <a:solidFill>
                  <a:schemeClr val="tx1"/>
                </a:solidFill>
              </a:rPr>
              <a:t>程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tx1"/>
                </a:solidFill>
              </a:rPr>
              <a:t>DTS </a:t>
            </a:r>
            <a:r>
              <a:rPr lang="en-US" altLang="zh-CN" dirty="0" smtClean="0">
                <a:solidFill>
                  <a:schemeClr val="tx1"/>
                </a:solidFill>
              </a:rPr>
              <a:t>Processor:</a:t>
            </a:r>
            <a:r>
              <a:rPr lang="zh-CN" altLang="zh-CN" dirty="0" smtClean="0">
                <a:solidFill>
                  <a:schemeClr val="tx1"/>
                </a:solidFill>
              </a:rPr>
              <a:t>前臺管理歷程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smtClean="0">
                <a:solidFill>
                  <a:schemeClr val="tx1"/>
                </a:solidFill>
              </a:rPr>
              <a:t>DTS </a:t>
            </a:r>
            <a:r>
              <a:rPr lang="en-US" altLang="zh-CN" dirty="0">
                <a:solidFill>
                  <a:schemeClr val="tx1"/>
                </a:solidFill>
              </a:rPr>
              <a:t>do job </a:t>
            </a:r>
            <a:r>
              <a:rPr lang="en-US" altLang="zh-CN" dirty="0" smtClean="0">
                <a:solidFill>
                  <a:schemeClr val="tx1"/>
                </a:solidFill>
              </a:rPr>
              <a:t>:</a:t>
            </a:r>
            <a:r>
              <a:rPr lang="zh-CN" altLang="zh-CN" dirty="0" smtClean="0">
                <a:solidFill>
                  <a:schemeClr val="tx1"/>
                </a:solidFill>
              </a:rPr>
              <a:t>後臺執行歷程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69143" y="1240978"/>
            <a:ext cx="2307771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30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1669143" y="2002975"/>
            <a:ext cx="2307771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4266943" y="1798918"/>
            <a:ext cx="2960264" cy="624114"/>
          </a:xfrm>
          <a:prstGeom prst="wedgeRoundRectCallout">
            <a:avLst>
              <a:gd name="adj1" fmla="val -57606"/>
              <a:gd name="adj2" fmla="val -2616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資料軌跡查詢</a:t>
            </a:r>
            <a:r>
              <a:rPr lang="zh-CN" altLang="zh-CN" b="1" dirty="0" smtClean="0">
                <a:solidFill>
                  <a:schemeClr val="tx1"/>
                </a:solidFill>
              </a:rPr>
              <a:t>工具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2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1669143" y="2198686"/>
            <a:ext cx="2307771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62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2573" y="506989"/>
            <a:ext cx="6676569" cy="1858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8925" y="2433635"/>
            <a:ext cx="4093029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solidFill>
                  <a:schemeClr val="tx1"/>
                </a:solidFill>
              </a:rPr>
              <a:t>填入客服編號與授權金鑰進行授權。</a:t>
            </a:r>
            <a:endParaRPr lang="en-US" altLang="zh-TW" dirty="0">
              <a:solidFill>
                <a:schemeClr val="tx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56"/>
          <a:stretch/>
        </p:blipFill>
        <p:spPr bwMode="auto">
          <a:xfrm>
            <a:off x="7823200" y="0"/>
            <a:ext cx="1320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173192" y="175758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73192" y="3692177"/>
            <a:ext cx="6152540" cy="9852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9" name="组合 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1226702" y="3853806"/>
            <a:ext cx="665162" cy="664197"/>
            <a:chOff x="3906838" y="1244601"/>
            <a:chExt cx="4376738" cy="4370387"/>
          </a:xfrm>
        </p:grpSpPr>
        <p:sp>
          <p:nvSpPr>
            <p:cNvPr id="10" name="íṣḻíḓè">
              <a:extLst>
                <a:ext uri="{FF2B5EF4-FFF2-40B4-BE49-F238E27FC236}">
                  <a16:creationId xmlns:a16="http://schemas.microsoft.com/office/drawing/2014/main" xmlns="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îṧ1iḍè">
              <a:extLst>
                <a:ext uri="{FF2B5EF4-FFF2-40B4-BE49-F238E27FC236}">
                  <a16:creationId xmlns:a16="http://schemas.microsoft.com/office/drawing/2014/main" xmlns="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ḻiḑe">
              <a:extLst>
                <a:ext uri="{FF2B5EF4-FFF2-40B4-BE49-F238E27FC236}">
                  <a16:creationId xmlns:a16="http://schemas.microsoft.com/office/drawing/2014/main" xmlns="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$ľïdé">
              <a:extLst>
                <a:ext uri="{FF2B5EF4-FFF2-40B4-BE49-F238E27FC236}">
                  <a16:creationId xmlns:a16="http://schemas.microsoft.com/office/drawing/2014/main" xmlns="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ṣḷïdé">
              <a:extLst>
                <a:ext uri="{FF2B5EF4-FFF2-40B4-BE49-F238E27FC236}">
                  <a16:creationId xmlns:a16="http://schemas.microsoft.com/office/drawing/2014/main" xmlns="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$ḻiḋe">
              <a:extLst>
                <a:ext uri="{FF2B5EF4-FFF2-40B4-BE49-F238E27FC236}">
                  <a16:creationId xmlns:a16="http://schemas.microsoft.com/office/drawing/2014/main" xmlns="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şľîḍè">
              <a:extLst>
                <a:ext uri="{FF2B5EF4-FFF2-40B4-BE49-F238E27FC236}">
                  <a16:creationId xmlns:a16="http://schemas.microsoft.com/office/drawing/2014/main" xmlns="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Sḻïďê">
              <a:extLst>
                <a:ext uri="{FF2B5EF4-FFF2-40B4-BE49-F238E27FC236}">
                  <a16:creationId xmlns:a16="http://schemas.microsoft.com/office/drawing/2014/main" xmlns="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lîḑê">
              <a:extLst>
                <a:ext uri="{FF2B5EF4-FFF2-40B4-BE49-F238E27FC236}">
                  <a16:creationId xmlns:a16="http://schemas.microsoft.com/office/drawing/2014/main" xmlns="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ṥľíḋe">
              <a:extLst>
                <a:ext uri="{FF2B5EF4-FFF2-40B4-BE49-F238E27FC236}">
                  <a16:creationId xmlns:a16="http://schemas.microsoft.com/office/drawing/2014/main" xmlns="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ṣļîde">
              <a:extLst>
                <a:ext uri="{FF2B5EF4-FFF2-40B4-BE49-F238E27FC236}">
                  <a16:creationId xmlns:a16="http://schemas.microsoft.com/office/drawing/2014/main" xmlns="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ślîḑé">
              <a:extLst>
                <a:ext uri="{FF2B5EF4-FFF2-40B4-BE49-F238E27FC236}">
                  <a16:creationId xmlns:a16="http://schemas.microsoft.com/office/drawing/2014/main" xmlns="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ṣḷiḓe">
              <a:extLst>
                <a:ext uri="{FF2B5EF4-FFF2-40B4-BE49-F238E27FC236}">
                  <a16:creationId xmlns:a16="http://schemas.microsoft.com/office/drawing/2014/main" xmlns="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$ḷïḓe">
              <a:extLst>
                <a:ext uri="{FF2B5EF4-FFF2-40B4-BE49-F238E27FC236}">
                  <a16:creationId xmlns:a16="http://schemas.microsoft.com/office/drawing/2014/main" xmlns="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" name="矩形 23"/>
          <p:cNvSpPr/>
          <p:nvPr/>
        </p:nvSpPr>
        <p:spPr>
          <a:xfrm>
            <a:off x="2097446" y="3786681"/>
            <a:ext cx="51475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 smtClean="0">
                <a:solidFill>
                  <a:schemeClr val="bg1"/>
                </a:solidFill>
              </a:rPr>
              <a:t>無</a:t>
            </a:r>
            <a:r>
              <a:rPr lang="zh-TW" altLang="en-US" sz="2400" b="1" dirty="0">
                <a:solidFill>
                  <a:schemeClr val="bg1"/>
                </a:solidFill>
              </a:rPr>
              <a:t>法在虛擬機進行授</a:t>
            </a:r>
            <a:r>
              <a:rPr lang="zh-TW" altLang="en-US" sz="2400" b="1" dirty="0" smtClean="0">
                <a:solidFill>
                  <a:schemeClr val="bg1"/>
                </a:solidFill>
              </a:rPr>
              <a:t>權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；</a:t>
            </a:r>
            <a:endParaRPr lang="en-US" altLang="zh-TW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</a:rPr>
              <a:t>一個序號僅能授權一部電腦使用。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338" y="3076575"/>
            <a:ext cx="8286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44" y="23359"/>
            <a:ext cx="122400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819" y="5739233"/>
            <a:ext cx="1224000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74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8">
            <a:extLst>
              <a:ext uri="{FF2B5EF4-FFF2-40B4-BE49-F238E27FC236}">
                <a16:creationId xmlns="" xmlns:p14="http://schemas.microsoft.com/office/powerpoint/2010/main"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51891" y="16013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rgbClr val="030157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69985" y="1574502"/>
            <a:ext cx="57246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5400" b="1" dirty="0" smtClean="0"/>
              <a:t>資</a:t>
            </a:r>
            <a:r>
              <a:rPr lang="zh-TW" altLang="en-US" sz="5400" b="1" dirty="0"/>
              <a:t>料軌跡上線設</a:t>
            </a:r>
            <a:r>
              <a:rPr lang="zh-TW" altLang="en-US" sz="5400" b="1" dirty="0" smtClean="0"/>
              <a:t>定</a:t>
            </a:r>
            <a:endParaRPr lang="zh-CN" altLang="en-US" sz="5400" b="1" dirty="0"/>
          </a:p>
        </p:txBody>
      </p:sp>
      <p:grpSp>
        <p:nvGrpSpPr>
          <p:cNvPr id="16" name="组合 15"/>
          <p:cNvGrpSpPr/>
          <p:nvPr/>
        </p:nvGrpSpPr>
        <p:grpSpPr>
          <a:xfrm rot="5400000" flipH="1">
            <a:off x="-533084" y="1263898"/>
            <a:ext cx="1775060" cy="708892"/>
            <a:chOff x="7560127" y="6132304"/>
            <a:chExt cx="1775060" cy="708892"/>
          </a:xfrm>
        </p:grpSpPr>
        <p:sp>
          <p:nvSpPr>
            <p:cNvPr id="17" name="等腰三角形 16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rot="5400000" flipH="1">
            <a:off x="-516280" y="1583524"/>
            <a:ext cx="1775060" cy="708892"/>
            <a:chOff x="7560127" y="6132304"/>
            <a:chExt cx="1775060" cy="708892"/>
          </a:xfrm>
        </p:grpSpPr>
        <p:sp>
          <p:nvSpPr>
            <p:cNvPr id="20" name="等腰三角形 19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-363880" y="1735924"/>
            <a:ext cx="1775060" cy="708892"/>
            <a:chOff x="7560127" y="6132304"/>
            <a:chExt cx="1775060" cy="708892"/>
          </a:xfrm>
        </p:grpSpPr>
        <p:sp>
          <p:nvSpPr>
            <p:cNvPr id="23" name="等腰三角形 22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5400000" flipH="1">
            <a:off x="-211480" y="1888324"/>
            <a:ext cx="1775060" cy="708892"/>
            <a:chOff x="7560127" y="6132304"/>
            <a:chExt cx="1775060" cy="708892"/>
          </a:xfrm>
        </p:grpSpPr>
        <p:sp>
          <p:nvSpPr>
            <p:cNvPr id="26" name="等腰三角形 25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90304" y="2196991"/>
            <a:ext cx="4753696" cy="4661010"/>
            <a:chOff x="4390304" y="2196991"/>
            <a:chExt cx="4753696" cy="4661010"/>
          </a:xfrm>
        </p:grpSpPr>
        <p:sp>
          <p:nvSpPr>
            <p:cNvPr id="33" name="任意多边形: 形状 11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2E52857-1901-43CE-BFA3-B2116F93EA80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>
              <a:off x="4740841" y="2196991"/>
              <a:ext cx="4403159" cy="4661010"/>
            </a:xfrm>
            <a:custGeom>
              <a:avLst/>
              <a:gdLst>
                <a:gd name="connsiteX0" fmla="*/ 6468068 w 6478609"/>
                <a:gd name="connsiteY0" fmla="*/ 3674209 h 6858000"/>
                <a:gd name="connsiteX1" fmla="*/ 6478609 w 6478609"/>
                <a:gd name="connsiteY1" fmla="*/ 6858000 h 6858000"/>
                <a:gd name="connsiteX2" fmla="*/ 6418877 w 6478609"/>
                <a:gd name="connsiteY2" fmla="*/ 6847469 h 6858000"/>
                <a:gd name="connsiteX3" fmla="*/ 6316981 w 6478609"/>
                <a:gd name="connsiteY3" fmla="*/ 6780775 h 6858000"/>
                <a:gd name="connsiteX4" fmla="*/ 5009905 w 6478609"/>
                <a:gd name="connsiteY4" fmla="*/ 5474964 h 6858000"/>
                <a:gd name="connsiteX5" fmla="*/ 5009905 w 6478609"/>
                <a:gd name="connsiteY5" fmla="*/ 5050225 h 6858000"/>
                <a:gd name="connsiteX6" fmla="*/ 6309954 w 6478609"/>
                <a:gd name="connsiteY6" fmla="*/ 3751434 h 6858000"/>
                <a:gd name="connsiteX7" fmla="*/ 6408336 w 6478609"/>
                <a:gd name="connsiteY7" fmla="*/ 3684740 h 6858000"/>
                <a:gd name="connsiteX8" fmla="*/ 2028882 w 6478609"/>
                <a:gd name="connsiteY8" fmla="*/ 0 h 6858000"/>
                <a:gd name="connsiteX9" fmla="*/ 5254187 w 6478609"/>
                <a:gd name="connsiteY9" fmla="*/ 2486 h 6858000"/>
                <a:gd name="connsiteX10" fmla="*/ 5254188 w 6478609"/>
                <a:gd name="connsiteY10" fmla="*/ 2487 h 6858000"/>
                <a:gd name="connsiteX11" fmla="*/ 5253400 w 6478609"/>
                <a:gd name="connsiteY11" fmla="*/ 2486 h 6858000"/>
                <a:gd name="connsiteX12" fmla="*/ 2028883 w 6478609"/>
                <a:gd name="connsiteY12" fmla="*/ 1 h 6858000"/>
                <a:gd name="connsiteX13" fmla="*/ 199717 w 6478609"/>
                <a:gd name="connsiteY13" fmla="*/ 1827184 h 6858000"/>
                <a:gd name="connsiteX14" fmla="*/ 49931 w 6478609"/>
                <a:gd name="connsiteY14" fmla="*/ 2566214 h 6858000"/>
                <a:gd name="connsiteX15" fmla="*/ 112342 w 6478609"/>
                <a:gd name="connsiteY15" fmla="*/ 2684832 h 6858000"/>
                <a:gd name="connsiteX16" fmla="*/ 112341 w 6478609"/>
                <a:gd name="connsiteY16" fmla="*/ 2684831 h 6858000"/>
                <a:gd name="connsiteX17" fmla="*/ 199716 w 6478609"/>
                <a:gd name="connsiteY17" fmla="*/ 1827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78609" h="6858000">
                  <a:moveTo>
                    <a:pt x="6468068" y="3674209"/>
                  </a:moveTo>
                  <a:cubicBezTo>
                    <a:pt x="6478609" y="6858000"/>
                    <a:pt x="6478609" y="6858000"/>
                    <a:pt x="6478609" y="6858000"/>
                  </a:cubicBezTo>
                  <a:cubicBezTo>
                    <a:pt x="6418877" y="6847469"/>
                    <a:pt x="6418877" y="6847469"/>
                    <a:pt x="6418877" y="6847469"/>
                  </a:cubicBezTo>
                  <a:cubicBezTo>
                    <a:pt x="6380227" y="6833428"/>
                    <a:pt x="6348604" y="6812367"/>
                    <a:pt x="6316981" y="6780775"/>
                  </a:cubicBezTo>
                  <a:cubicBezTo>
                    <a:pt x="5009905" y="5474964"/>
                    <a:pt x="5009905" y="5474964"/>
                    <a:pt x="5009905" y="5474964"/>
                  </a:cubicBezTo>
                  <a:cubicBezTo>
                    <a:pt x="4893955" y="5355616"/>
                    <a:pt x="4890441" y="5166063"/>
                    <a:pt x="5009905" y="5050225"/>
                  </a:cubicBezTo>
                  <a:cubicBezTo>
                    <a:pt x="6309954" y="3751434"/>
                    <a:pt x="6309954" y="3751434"/>
                    <a:pt x="6309954" y="3751434"/>
                  </a:cubicBezTo>
                  <a:cubicBezTo>
                    <a:pt x="6338063" y="3719842"/>
                    <a:pt x="6373200" y="3698781"/>
                    <a:pt x="6408336" y="3684740"/>
                  </a:cubicBezTo>
                  <a:close/>
                  <a:moveTo>
                    <a:pt x="2028882" y="0"/>
                  </a:moveTo>
                  <a:cubicBezTo>
                    <a:pt x="5254187" y="2486"/>
                    <a:pt x="5254187" y="2486"/>
                    <a:pt x="5254187" y="2486"/>
                  </a:cubicBezTo>
                  <a:lnTo>
                    <a:pt x="5254188" y="2487"/>
                  </a:lnTo>
                  <a:lnTo>
                    <a:pt x="5253400" y="2486"/>
                  </a:lnTo>
                  <a:cubicBezTo>
                    <a:pt x="5241589" y="2477"/>
                    <a:pt x="5052606" y="2332"/>
                    <a:pt x="2028883" y="1"/>
                  </a:cubicBezTo>
                  <a:lnTo>
                    <a:pt x="199717" y="1827184"/>
                  </a:lnTo>
                  <a:cubicBezTo>
                    <a:pt x="2" y="2026683"/>
                    <a:pt x="-49927" y="2319871"/>
                    <a:pt x="49931" y="2566214"/>
                  </a:cubicBezTo>
                  <a:lnTo>
                    <a:pt x="112342" y="2684832"/>
                  </a:lnTo>
                  <a:lnTo>
                    <a:pt x="112341" y="2684831"/>
                  </a:lnTo>
                  <a:cubicBezTo>
                    <a:pt x="-62410" y="2420202"/>
                    <a:pt x="-33285" y="2059932"/>
                    <a:pt x="199716" y="182718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8D781-2DD2-4F6B-A212-6A20D52AEF8F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 flipV="1">
              <a:off x="4390304" y="4315417"/>
              <a:ext cx="3659480" cy="2540214"/>
            </a:xfrm>
            <a:custGeom>
              <a:avLst/>
              <a:gdLst>
                <a:gd name="T0" fmla="*/ 790 w 1580"/>
                <a:gd name="T1" fmla="*/ 0 h 1098"/>
                <a:gd name="T2" fmla="*/ 893 w 1580"/>
                <a:gd name="T3" fmla="*/ 43 h 1098"/>
                <a:gd name="T4" fmla="*/ 1524 w 1580"/>
                <a:gd name="T5" fmla="*/ 673 h 1098"/>
                <a:gd name="T6" fmla="*/ 1524 w 1580"/>
                <a:gd name="T7" fmla="*/ 879 h 1098"/>
                <a:gd name="T8" fmla="*/ 1305 w 1580"/>
                <a:gd name="T9" fmla="*/ 1098 h 1098"/>
                <a:gd name="T10" fmla="*/ 276 w 1580"/>
                <a:gd name="T11" fmla="*/ 1097 h 1098"/>
                <a:gd name="T12" fmla="*/ 57 w 1580"/>
                <a:gd name="T13" fmla="*/ 878 h 1098"/>
                <a:gd name="T14" fmla="*/ 57 w 1580"/>
                <a:gd name="T15" fmla="*/ 673 h 1098"/>
                <a:gd name="T16" fmla="*/ 687 w 1580"/>
                <a:gd name="T17" fmla="*/ 43 h 1098"/>
                <a:gd name="T18" fmla="*/ 790 w 1580"/>
                <a:gd name="T19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0" h="1098">
                  <a:moveTo>
                    <a:pt x="790" y="0"/>
                  </a:moveTo>
                  <a:cubicBezTo>
                    <a:pt x="827" y="0"/>
                    <a:pt x="864" y="14"/>
                    <a:pt x="893" y="43"/>
                  </a:cubicBezTo>
                  <a:cubicBezTo>
                    <a:pt x="1524" y="673"/>
                    <a:pt x="1524" y="673"/>
                    <a:pt x="1524" y="673"/>
                  </a:cubicBezTo>
                  <a:cubicBezTo>
                    <a:pt x="1580" y="730"/>
                    <a:pt x="1580" y="822"/>
                    <a:pt x="1524" y="879"/>
                  </a:cubicBezTo>
                  <a:cubicBezTo>
                    <a:pt x="1305" y="1098"/>
                    <a:pt x="1305" y="1098"/>
                    <a:pt x="1305" y="1098"/>
                  </a:cubicBezTo>
                  <a:cubicBezTo>
                    <a:pt x="276" y="1097"/>
                    <a:pt x="276" y="1097"/>
                    <a:pt x="276" y="1097"/>
                  </a:cubicBezTo>
                  <a:cubicBezTo>
                    <a:pt x="57" y="878"/>
                    <a:pt x="57" y="878"/>
                    <a:pt x="57" y="878"/>
                  </a:cubicBezTo>
                  <a:cubicBezTo>
                    <a:pt x="0" y="821"/>
                    <a:pt x="0" y="729"/>
                    <a:pt x="57" y="673"/>
                  </a:cubicBezTo>
                  <a:cubicBezTo>
                    <a:pt x="687" y="43"/>
                    <a:pt x="687" y="43"/>
                    <a:pt x="687" y="43"/>
                  </a:cubicBezTo>
                  <a:cubicBezTo>
                    <a:pt x="716" y="14"/>
                    <a:pt x="753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rgbClr val="030157"/>
                </a:gs>
                <a:gs pos="100000">
                  <a:srgbClr val="1D25AA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任意多边形: 形状 13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3D20E5F-42EE-47CD-A07B-108C9BD4D2D4}"/>
                </a:ext>
              </a:extLst>
            </p:cNvPr>
            <p:cNvSpPr/>
            <p:nvPr userDrawn="1"/>
          </p:nvSpPr>
          <p:spPr>
            <a:xfrm flipH="1">
              <a:off x="4740841" y="2814428"/>
              <a:ext cx="4403157" cy="4043573"/>
            </a:xfrm>
            <a:custGeom>
              <a:avLst/>
              <a:gdLst>
                <a:gd name="connsiteX0" fmla="*/ 2834585 w 6478607"/>
                <a:gd name="connsiteY0" fmla="*/ 0 h 5949531"/>
                <a:gd name="connsiteX1" fmla="*/ 3317385 w 6478607"/>
                <a:gd name="connsiteY1" fmla="*/ 199498 h 5949531"/>
                <a:gd name="connsiteX2" fmla="*/ 6278892 w 6478607"/>
                <a:gd name="connsiteY2" fmla="*/ 3157794 h 5949531"/>
                <a:gd name="connsiteX3" fmla="*/ 6278892 w 6478607"/>
                <a:gd name="connsiteY3" fmla="*/ 4122348 h 5949531"/>
                <a:gd name="connsiteX4" fmla="*/ 4449726 w 6478607"/>
                <a:gd name="connsiteY4" fmla="*/ 5949531 h 5949531"/>
                <a:gd name="connsiteX5" fmla="*/ 1224421 w 6478607"/>
                <a:gd name="connsiteY5" fmla="*/ 5947045 h 5949531"/>
                <a:gd name="connsiteX6" fmla="*/ 0 w 6478607"/>
                <a:gd name="connsiteY6" fmla="*/ 4723951 h 5949531"/>
                <a:gd name="connsiteX7" fmla="*/ 0 w 6478607"/>
                <a:gd name="connsiteY7" fmla="*/ 2548733 h 5949531"/>
                <a:gd name="connsiteX8" fmla="*/ 2351785 w 6478607"/>
                <a:gd name="connsiteY8" fmla="*/ 199498 h 5949531"/>
                <a:gd name="connsiteX9" fmla="*/ 2834585 w 6478607"/>
                <a:gd name="connsiteY9" fmla="*/ 0 h 59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8607" h="5949531">
                  <a:moveTo>
                    <a:pt x="2834585" y="0"/>
                  </a:moveTo>
                  <a:cubicBezTo>
                    <a:pt x="3009414" y="0"/>
                    <a:pt x="3184242" y="66499"/>
                    <a:pt x="3317385" y="199498"/>
                  </a:cubicBezTo>
                  <a:cubicBezTo>
                    <a:pt x="6278892" y="3157794"/>
                    <a:pt x="6278892" y="3157794"/>
                    <a:pt x="6278892" y="3157794"/>
                  </a:cubicBezTo>
                  <a:cubicBezTo>
                    <a:pt x="6545179" y="3423793"/>
                    <a:pt x="6545179" y="3856350"/>
                    <a:pt x="6278892" y="4122348"/>
                  </a:cubicBezTo>
                  <a:lnTo>
                    <a:pt x="4449726" y="5949531"/>
                  </a:lnTo>
                  <a:cubicBezTo>
                    <a:pt x="1224421" y="5947045"/>
                    <a:pt x="1224421" y="5947045"/>
                    <a:pt x="1224421" y="5947045"/>
                  </a:cubicBezTo>
                  <a:cubicBezTo>
                    <a:pt x="0" y="4723951"/>
                    <a:pt x="0" y="4723951"/>
                    <a:pt x="0" y="4723951"/>
                  </a:cubicBezTo>
                  <a:cubicBezTo>
                    <a:pt x="0" y="2548733"/>
                    <a:pt x="0" y="2548733"/>
                    <a:pt x="0" y="2548733"/>
                  </a:cubicBezTo>
                  <a:cubicBezTo>
                    <a:pt x="2351785" y="199498"/>
                    <a:pt x="2351785" y="199498"/>
                    <a:pt x="2351785" y="199498"/>
                  </a:cubicBezTo>
                  <a:cubicBezTo>
                    <a:pt x="2484928" y="66499"/>
                    <a:pt x="2659757" y="0"/>
                    <a:pt x="2834585" y="0"/>
                  </a:cubicBezTo>
                  <a:close/>
                </a:path>
              </a:pathLst>
            </a:custGeom>
            <a:blipFill>
              <a:blip r:embed="rId2">
                <a:duotone>
                  <a:srgbClr val="423FA5">
                    <a:shade val="45000"/>
                    <a:satMod val="135000"/>
                  </a:srgbClr>
                  <a:prstClr val="white"/>
                </a:duotone>
              </a:blip>
              <a:stretch>
                <a:fillRect l="-18912" r="-1883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93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矩形 2"/>
          <p:cNvSpPr/>
          <p:nvPr/>
        </p:nvSpPr>
        <p:spPr>
          <a:xfrm>
            <a:off x="1683657" y="2206170"/>
            <a:ext cx="2220686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671380" y="2468265"/>
            <a:ext cx="6152540" cy="9852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43" name="组合 4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a16="http://schemas.microsoft.com/office/drawing/2014/main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1724890" y="2629894"/>
            <a:ext cx="665162" cy="664197"/>
            <a:chOff x="3906838" y="1244601"/>
            <a:chExt cx="4376738" cy="4370387"/>
          </a:xfrm>
        </p:grpSpPr>
        <p:sp>
          <p:nvSpPr>
            <p:cNvPr id="44" name="íṣḻíḓè">
              <a:extLst>
                <a:ext uri="{FF2B5EF4-FFF2-40B4-BE49-F238E27FC236}">
                  <a16:creationId xmlns="" xmlns:a16="http://schemas.microsoft.com/office/drawing/2014/main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îṧ1iḍè">
              <a:extLst>
                <a:ext uri="{FF2B5EF4-FFF2-40B4-BE49-F238E27FC236}">
                  <a16:creationId xmlns="" xmlns:a16="http://schemas.microsoft.com/office/drawing/2014/main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ṩḻiḑe">
              <a:extLst>
                <a:ext uri="{FF2B5EF4-FFF2-40B4-BE49-F238E27FC236}">
                  <a16:creationId xmlns="" xmlns:a16="http://schemas.microsoft.com/office/drawing/2014/main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ľïdé">
              <a:extLst>
                <a:ext uri="{FF2B5EF4-FFF2-40B4-BE49-F238E27FC236}">
                  <a16:creationId xmlns="" xmlns:a16="http://schemas.microsoft.com/office/drawing/2014/main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ṣḷïdé">
              <a:extLst>
                <a:ext uri="{FF2B5EF4-FFF2-40B4-BE49-F238E27FC236}">
                  <a16:creationId xmlns="" xmlns:a16="http://schemas.microsoft.com/office/drawing/2014/main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i$ḻiḋe">
              <a:extLst>
                <a:ext uri="{FF2B5EF4-FFF2-40B4-BE49-F238E27FC236}">
                  <a16:creationId xmlns="" xmlns:a16="http://schemas.microsoft.com/office/drawing/2014/main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şľîḍè">
              <a:extLst>
                <a:ext uri="{FF2B5EF4-FFF2-40B4-BE49-F238E27FC236}">
                  <a16:creationId xmlns="" xmlns:a16="http://schemas.microsoft.com/office/drawing/2014/main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iSḻïďê">
              <a:extLst>
                <a:ext uri="{FF2B5EF4-FFF2-40B4-BE49-F238E27FC236}">
                  <a16:creationId xmlns="" xmlns:a16="http://schemas.microsoft.com/office/drawing/2014/main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lîḑê">
              <a:extLst>
                <a:ext uri="{FF2B5EF4-FFF2-40B4-BE49-F238E27FC236}">
                  <a16:creationId xmlns="" xmlns:a16="http://schemas.microsoft.com/office/drawing/2014/main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ṥľíḋe">
              <a:extLst>
                <a:ext uri="{FF2B5EF4-FFF2-40B4-BE49-F238E27FC236}">
                  <a16:creationId xmlns="" xmlns:a16="http://schemas.microsoft.com/office/drawing/2014/main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îṣļîde">
              <a:extLst>
                <a:ext uri="{FF2B5EF4-FFF2-40B4-BE49-F238E27FC236}">
                  <a16:creationId xmlns="" xmlns:a16="http://schemas.microsoft.com/office/drawing/2014/main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íślîḑé">
              <a:extLst>
                <a:ext uri="{FF2B5EF4-FFF2-40B4-BE49-F238E27FC236}">
                  <a16:creationId xmlns="" xmlns:a16="http://schemas.microsoft.com/office/drawing/2014/main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ṣḷiḓe">
              <a:extLst>
                <a:ext uri="{FF2B5EF4-FFF2-40B4-BE49-F238E27FC236}">
                  <a16:creationId xmlns="" xmlns:a16="http://schemas.microsoft.com/office/drawing/2014/main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î$ḷïḓe">
              <a:extLst>
                <a:ext uri="{FF2B5EF4-FFF2-40B4-BE49-F238E27FC236}">
                  <a16:creationId xmlns="" xmlns:a16="http://schemas.microsoft.com/office/drawing/2014/main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8" name="矩形 57"/>
          <p:cNvSpPr/>
          <p:nvPr/>
        </p:nvSpPr>
        <p:spPr>
          <a:xfrm>
            <a:off x="2494036" y="2693395"/>
            <a:ext cx="4905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2400" b="1" dirty="0" smtClean="0">
                <a:solidFill>
                  <a:schemeClr val="bg1"/>
                </a:solidFill>
              </a:rPr>
              <a:t>限定</a:t>
            </a:r>
            <a:r>
              <a:rPr lang="zh-TW" altLang="en-US" sz="2400" b="1" dirty="0">
                <a:solidFill>
                  <a:schemeClr val="bg1"/>
                </a:solidFill>
              </a:rPr>
              <a:t>本機需安裝</a:t>
            </a:r>
            <a:r>
              <a:rPr lang="en-US" altLang="zh-TW" sz="2400" b="1" dirty="0">
                <a:solidFill>
                  <a:schemeClr val="bg1"/>
                </a:solidFill>
                <a:sym typeface="+mn-ea"/>
              </a:rPr>
              <a:t>Maria DB</a:t>
            </a:r>
            <a:r>
              <a:rPr lang="zh-TW" altLang="en-US" sz="2400" b="1" dirty="0">
                <a:solidFill>
                  <a:schemeClr val="bg1"/>
                </a:solidFill>
                <a:sym typeface="+mn-ea"/>
              </a:rPr>
              <a:t>才能</a:t>
            </a:r>
            <a:r>
              <a:rPr lang="zh-TW" altLang="en-US" sz="2400" b="1" dirty="0" smtClean="0">
                <a:solidFill>
                  <a:schemeClr val="bg1"/>
                </a:solidFill>
                <a:sym typeface="+mn-ea"/>
              </a:rPr>
              <a:t>使用</a:t>
            </a:r>
            <a:endParaRPr lang="zh-TW" altLang="en-US" sz="2400" b="1" dirty="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41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433014" y="2481567"/>
            <a:ext cx="7315200" cy="1974326"/>
          </a:xfrm>
          <a:prstGeom prst="rect">
            <a:avLst/>
          </a:prstGeom>
          <a:solidFill>
            <a:schemeClr val="bg1"/>
          </a:solidFill>
          <a:ln w="28575">
            <a:solidFill>
              <a:srgbClr val="DDDDDD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83657" y="2206170"/>
            <a:ext cx="2220686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31029" y="2844610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 smtClean="0">
                <a:ea typeface="微軟正黑體" panose="020B0604030504040204" pitchFamily="34" charset="-120"/>
                <a:sym typeface="+mn-ea"/>
              </a:rPr>
              <a:t>啟</a:t>
            </a:r>
            <a:r>
              <a:rPr lang="zh-TW" altLang="en-US" sz="2000" b="1" dirty="0">
                <a:ea typeface="微軟正黑體" panose="020B0604030504040204" pitchFamily="34" charset="-120"/>
                <a:sym typeface="+mn-ea"/>
              </a:rPr>
              <a:t>動</a:t>
            </a:r>
            <a:r>
              <a:rPr lang="en-US" altLang="zh-TW" sz="2000" b="1" dirty="0">
                <a:ea typeface="微軟正黑體" panose="020B0604030504040204" pitchFamily="34" charset="-120"/>
                <a:sym typeface="+mn-ea"/>
              </a:rPr>
              <a:t>/</a:t>
            </a:r>
            <a:r>
              <a:rPr lang="zh-TW" altLang="en-US" sz="2000" b="1" dirty="0">
                <a:ea typeface="微軟正黑體" panose="020B0604030504040204" pitchFamily="34" charset="-120"/>
                <a:sym typeface="+mn-ea"/>
              </a:rPr>
              <a:t>停用資料軌跡記錄</a:t>
            </a:r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>
                <a:ea typeface="微軟正黑體" panose="020B0604030504040204" pitchFamily="34" charset="-120"/>
                <a:sym typeface="+mn-ea"/>
              </a:rPr>
              <a:t>管理資料軌跡記錄表格清單</a:t>
            </a:r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>
                <a:ea typeface="微軟正黑體" panose="020B0604030504040204" pitchFamily="34" charset="-120"/>
                <a:sym typeface="+mn-ea"/>
              </a:rPr>
              <a:t>管理資料軌跡排外作業設定</a:t>
            </a:r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>
                <a:ea typeface="微軟正黑體" panose="020B0604030504040204" pitchFamily="34" charset="-120"/>
                <a:sym typeface="+mn-ea"/>
              </a:rPr>
              <a:t>管理登入使用者</a:t>
            </a:r>
            <a:endParaRPr lang="zh-TW" altLang="zh-CN" sz="2000" b="1" dirty="0"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17459" y="383236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effectLst>
                  <a:glow rad="101600">
                    <a:schemeClr val="tx1"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作業目的</a:t>
            </a:r>
            <a:endParaRPr lang="zh-TW" altLang="en-US" b="1" dirty="0">
              <a:effectLst>
                <a:glow rad="101600">
                  <a:schemeClr val="tx1"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a16="http://schemas.microsoft.com/office/drawing/2014/main" id="{D1495BDA-AB00-4DD8-AF52-D8B288CD93A8}"/>
              </a:ext>
            </a:extLst>
          </p:cNvPr>
          <p:cNvGrpSpPr>
            <a:grpSpLocks noChangeAspect="1"/>
          </p:cNvGrpSpPr>
          <p:nvPr/>
        </p:nvGrpSpPr>
        <p:grpSpPr>
          <a:xfrm>
            <a:off x="1946102" y="2579671"/>
            <a:ext cx="1246311" cy="1252690"/>
            <a:chOff x="3655743" y="1238130"/>
            <a:chExt cx="4880511" cy="4905491"/>
          </a:xfrm>
        </p:grpSpPr>
        <p:sp>
          <p:nvSpPr>
            <p:cNvPr id="18" name="iSľíḓé">
              <a:extLst>
                <a:ext uri="{FF2B5EF4-FFF2-40B4-BE49-F238E27FC236}">
                  <a16:creationId xmlns="" xmlns:a16="http://schemas.microsoft.com/office/drawing/2014/main" id="{41E249FD-80E2-4D79-8E25-866329909007}"/>
                </a:ext>
              </a:extLst>
            </p:cNvPr>
            <p:cNvSpPr/>
            <p:nvPr/>
          </p:nvSpPr>
          <p:spPr bwMode="auto">
            <a:xfrm>
              <a:off x="4523535" y="2135547"/>
              <a:ext cx="3095659" cy="3095659"/>
            </a:xfrm>
            <a:custGeom>
              <a:avLst/>
              <a:gdLst>
                <a:gd name="T0" fmla="*/ 596 w 1193"/>
                <a:gd name="T1" fmla="*/ 0 h 1194"/>
                <a:gd name="T2" fmla="*/ 0 w 1193"/>
                <a:gd name="T3" fmla="*/ 597 h 1194"/>
                <a:gd name="T4" fmla="*/ 596 w 1193"/>
                <a:gd name="T5" fmla="*/ 1194 h 1194"/>
                <a:gd name="T6" fmla="*/ 1193 w 1193"/>
                <a:gd name="T7" fmla="*/ 597 h 1194"/>
                <a:gd name="T8" fmla="*/ 596 w 1193"/>
                <a:gd name="T9" fmla="*/ 0 h 1194"/>
                <a:gd name="T10" fmla="*/ 596 w 1193"/>
                <a:gd name="T11" fmla="*/ 1109 h 1194"/>
                <a:gd name="T12" fmla="*/ 85 w 1193"/>
                <a:gd name="T13" fmla="*/ 597 h 1194"/>
                <a:gd name="T14" fmla="*/ 596 w 1193"/>
                <a:gd name="T15" fmla="*/ 85 h 1194"/>
                <a:gd name="T16" fmla="*/ 1108 w 1193"/>
                <a:gd name="T17" fmla="*/ 597 h 1194"/>
                <a:gd name="T18" fmla="*/ 596 w 1193"/>
                <a:gd name="T19" fmla="*/ 1109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93" h="1194">
                  <a:moveTo>
                    <a:pt x="596" y="0"/>
                  </a:moveTo>
                  <a:cubicBezTo>
                    <a:pt x="267" y="0"/>
                    <a:pt x="0" y="268"/>
                    <a:pt x="0" y="597"/>
                  </a:cubicBezTo>
                  <a:cubicBezTo>
                    <a:pt x="0" y="926"/>
                    <a:pt x="267" y="1194"/>
                    <a:pt x="596" y="1194"/>
                  </a:cubicBezTo>
                  <a:cubicBezTo>
                    <a:pt x="925" y="1194"/>
                    <a:pt x="1193" y="926"/>
                    <a:pt x="1193" y="597"/>
                  </a:cubicBezTo>
                  <a:cubicBezTo>
                    <a:pt x="1193" y="268"/>
                    <a:pt x="925" y="0"/>
                    <a:pt x="596" y="0"/>
                  </a:cubicBezTo>
                  <a:moveTo>
                    <a:pt x="596" y="1109"/>
                  </a:moveTo>
                  <a:cubicBezTo>
                    <a:pt x="314" y="1109"/>
                    <a:pt x="85" y="879"/>
                    <a:pt x="85" y="597"/>
                  </a:cubicBezTo>
                  <a:cubicBezTo>
                    <a:pt x="85" y="315"/>
                    <a:pt x="314" y="85"/>
                    <a:pt x="596" y="85"/>
                  </a:cubicBezTo>
                  <a:cubicBezTo>
                    <a:pt x="879" y="85"/>
                    <a:pt x="1108" y="315"/>
                    <a:pt x="1108" y="597"/>
                  </a:cubicBezTo>
                  <a:cubicBezTo>
                    <a:pt x="1108" y="879"/>
                    <a:pt x="879" y="1109"/>
                    <a:pt x="596" y="1109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ŝḻîḑé">
              <a:extLst>
                <a:ext uri="{FF2B5EF4-FFF2-40B4-BE49-F238E27FC236}">
                  <a16:creationId xmlns="" xmlns:a16="http://schemas.microsoft.com/office/drawing/2014/main" id="{B44752D6-A4C2-4930-B9A3-B13352A6B2D6}"/>
                </a:ext>
              </a:extLst>
            </p:cNvPr>
            <p:cNvSpPr/>
            <p:nvPr/>
          </p:nvSpPr>
          <p:spPr bwMode="auto">
            <a:xfrm>
              <a:off x="4966069" y="2578081"/>
              <a:ext cx="2212669" cy="2212669"/>
            </a:xfrm>
            <a:custGeom>
              <a:avLst/>
              <a:gdLst>
                <a:gd name="T0" fmla="*/ 426 w 853"/>
                <a:gd name="T1" fmla="*/ 0 h 854"/>
                <a:gd name="T2" fmla="*/ 0 w 853"/>
                <a:gd name="T3" fmla="*/ 427 h 854"/>
                <a:gd name="T4" fmla="*/ 426 w 853"/>
                <a:gd name="T5" fmla="*/ 854 h 854"/>
                <a:gd name="T6" fmla="*/ 853 w 853"/>
                <a:gd name="T7" fmla="*/ 427 h 854"/>
                <a:gd name="T8" fmla="*/ 426 w 853"/>
                <a:gd name="T9" fmla="*/ 0 h 854"/>
                <a:gd name="T10" fmla="*/ 426 w 853"/>
                <a:gd name="T11" fmla="*/ 768 h 854"/>
                <a:gd name="T12" fmla="*/ 85 w 853"/>
                <a:gd name="T13" fmla="*/ 427 h 854"/>
                <a:gd name="T14" fmla="*/ 426 w 853"/>
                <a:gd name="T15" fmla="*/ 86 h 854"/>
                <a:gd name="T16" fmla="*/ 768 w 853"/>
                <a:gd name="T17" fmla="*/ 427 h 854"/>
                <a:gd name="T18" fmla="*/ 426 w 853"/>
                <a:gd name="T19" fmla="*/ 768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3" h="854">
                  <a:moveTo>
                    <a:pt x="426" y="0"/>
                  </a:moveTo>
                  <a:cubicBezTo>
                    <a:pt x="191" y="0"/>
                    <a:pt x="0" y="192"/>
                    <a:pt x="0" y="427"/>
                  </a:cubicBezTo>
                  <a:cubicBezTo>
                    <a:pt x="0" y="662"/>
                    <a:pt x="191" y="854"/>
                    <a:pt x="426" y="854"/>
                  </a:cubicBezTo>
                  <a:cubicBezTo>
                    <a:pt x="662" y="854"/>
                    <a:pt x="853" y="662"/>
                    <a:pt x="853" y="427"/>
                  </a:cubicBezTo>
                  <a:cubicBezTo>
                    <a:pt x="853" y="192"/>
                    <a:pt x="662" y="0"/>
                    <a:pt x="426" y="0"/>
                  </a:cubicBezTo>
                  <a:moveTo>
                    <a:pt x="426" y="768"/>
                  </a:moveTo>
                  <a:cubicBezTo>
                    <a:pt x="238" y="768"/>
                    <a:pt x="85" y="615"/>
                    <a:pt x="85" y="427"/>
                  </a:cubicBezTo>
                  <a:cubicBezTo>
                    <a:pt x="85" y="239"/>
                    <a:pt x="238" y="86"/>
                    <a:pt x="426" y="86"/>
                  </a:cubicBezTo>
                  <a:cubicBezTo>
                    <a:pt x="615" y="86"/>
                    <a:pt x="768" y="239"/>
                    <a:pt x="768" y="427"/>
                  </a:cubicBezTo>
                  <a:cubicBezTo>
                    <a:pt x="768" y="615"/>
                    <a:pt x="615" y="768"/>
                    <a:pt x="426" y="768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Sḻíḓe">
              <a:extLst>
                <a:ext uri="{FF2B5EF4-FFF2-40B4-BE49-F238E27FC236}">
                  <a16:creationId xmlns="" xmlns:a16="http://schemas.microsoft.com/office/drawing/2014/main" id="{12EF4760-2B82-49D1-A4EF-DC38FB763D5A}"/>
                </a:ext>
              </a:extLst>
            </p:cNvPr>
            <p:cNvSpPr/>
            <p:nvPr/>
          </p:nvSpPr>
          <p:spPr bwMode="auto">
            <a:xfrm>
              <a:off x="5406525" y="3020615"/>
              <a:ext cx="1329679" cy="1327602"/>
            </a:xfrm>
            <a:custGeom>
              <a:avLst/>
              <a:gdLst>
                <a:gd name="T0" fmla="*/ 256 w 513"/>
                <a:gd name="T1" fmla="*/ 0 h 512"/>
                <a:gd name="T2" fmla="*/ 0 w 513"/>
                <a:gd name="T3" fmla="*/ 256 h 512"/>
                <a:gd name="T4" fmla="*/ 256 w 513"/>
                <a:gd name="T5" fmla="*/ 512 h 512"/>
                <a:gd name="T6" fmla="*/ 513 w 513"/>
                <a:gd name="T7" fmla="*/ 256 h 512"/>
                <a:gd name="T8" fmla="*/ 256 w 513"/>
                <a:gd name="T9" fmla="*/ 0 h 512"/>
                <a:gd name="T10" fmla="*/ 256 w 513"/>
                <a:gd name="T11" fmla="*/ 427 h 512"/>
                <a:gd name="T12" fmla="*/ 85 w 513"/>
                <a:gd name="T13" fmla="*/ 256 h 512"/>
                <a:gd name="T14" fmla="*/ 256 w 513"/>
                <a:gd name="T15" fmla="*/ 85 h 512"/>
                <a:gd name="T16" fmla="*/ 428 w 513"/>
                <a:gd name="T17" fmla="*/ 256 h 512"/>
                <a:gd name="T18" fmla="*/ 256 w 513"/>
                <a:gd name="T19" fmla="*/ 42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3" h="512"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7"/>
                    <a:pt x="115" y="512"/>
                    <a:pt x="256" y="512"/>
                  </a:cubicBezTo>
                  <a:cubicBezTo>
                    <a:pt x="398" y="512"/>
                    <a:pt x="513" y="397"/>
                    <a:pt x="513" y="256"/>
                  </a:cubicBezTo>
                  <a:cubicBezTo>
                    <a:pt x="513" y="115"/>
                    <a:pt x="398" y="0"/>
                    <a:pt x="256" y="0"/>
                  </a:cubicBezTo>
                  <a:moveTo>
                    <a:pt x="256" y="427"/>
                  </a:moveTo>
                  <a:cubicBezTo>
                    <a:pt x="162" y="427"/>
                    <a:pt x="85" y="350"/>
                    <a:pt x="85" y="256"/>
                  </a:cubicBezTo>
                  <a:cubicBezTo>
                    <a:pt x="85" y="162"/>
                    <a:pt x="162" y="85"/>
                    <a:pt x="256" y="85"/>
                  </a:cubicBezTo>
                  <a:cubicBezTo>
                    <a:pt x="351" y="85"/>
                    <a:pt x="428" y="162"/>
                    <a:pt x="428" y="256"/>
                  </a:cubicBezTo>
                  <a:cubicBezTo>
                    <a:pt x="428" y="350"/>
                    <a:pt x="351" y="427"/>
                    <a:pt x="256" y="427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ïṩļîḓê">
              <a:extLst>
                <a:ext uri="{FF2B5EF4-FFF2-40B4-BE49-F238E27FC236}">
                  <a16:creationId xmlns="" xmlns:a16="http://schemas.microsoft.com/office/drawing/2014/main" id="{23B65C62-F736-4606-B1A2-78A3AFC3D582}"/>
                </a:ext>
              </a:extLst>
            </p:cNvPr>
            <p:cNvSpPr/>
            <p:nvPr/>
          </p:nvSpPr>
          <p:spPr bwMode="auto">
            <a:xfrm>
              <a:off x="5846980" y="3449663"/>
              <a:ext cx="448767" cy="446690"/>
            </a:xfrm>
            <a:prstGeom prst="ellipse">
              <a:avLst/>
            </a:pr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2" name="i$1ïḋê">
              <a:extLst>
                <a:ext uri="{FF2B5EF4-FFF2-40B4-BE49-F238E27FC236}">
                  <a16:creationId xmlns="" xmlns:a16="http://schemas.microsoft.com/office/drawing/2014/main" id="{937297C8-B83B-4B44-A9F3-7771F7EEDB08}"/>
                </a:ext>
              </a:extLst>
            </p:cNvPr>
            <p:cNvGrpSpPr/>
            <p:nvPr/>
          </p:nvGrpSpPr>
          <p:grpSpPr>
            <a:xfrm>
              <a:off x="3655743" y="1238130"/>
              <a:ext cx="4880511" cy="4905491"/>
              <a:chOff x="4239127" y="1843178"/>
              <a:chExt cx="3729172" cy="3748259"/>
            </a:xfrm>
          </p:grpSpPr>
          <p:sp>
            <p:nvSpPr>
              <p:cNvPr id="27" name="iṡļîďê">
                <a:extLst>
                  <a:ext uri="{FF2B5EF4-FFF2-40B4-BE49-F238E27FC236}">
                    <a16:creationId xmlns="" xmlns:a16="http://schemas.microsoft.com/office/drawing/2014/main" id="{01A9C302-2221-4033-84A0-DA66C83A5BD6}"/>
                  </a:ext>
                </a:extLst>
              </p:cNvPr>
              <p:cNvSpPr/>
              <p:nvPr/>
            </p:nvSpPr>
            <p:spPr bwMode="auto">
              <a:xfrm>
                <a:off x="4335464" y="2541588"/>
                <a:ext cx="555625" cy="1069975"/>
              </a:xfrm>
              <a:custGeom>
                <a:avLst/>
                <a:gdLst>
                  <a:gd name="T0" fmla="*/ 33 w 280"/>
                  <a:gd name="T1" fmla="*/ 524 h 540"/>
                  <a:gd name="T2" fmla="*/ 75 w 280"/>
                  <a:gd name="T3" fmla="*/ 540 h 540"/>
                  <a:gd name="T4" fmla="*/ 280 w 280"/>
                  <a:gd name="T5" fmla="*/ 53 h 540"/>
                  <a:gd name="T6" fmla="*/ 225 w 280"/>
                  <a:gd name="T7" fmla="*/ 0 h 540"/>
                  <a:gd name="T8" fmla="*/ 0 w 280"/>
                  <a:gd name="T9" fmla="*/ 534 h 540"/>
                  <a:gd name="T10" fmla="*/ 33 w 280"/>
                  <a:gd name="T11" fmla="*/ 524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0" h="540">
                    <a:moveTo>
                      <a:pt x="33" y="524"/>
                    </a:moveTo>
                    <a:cubicBezTo>
                      <a:pt x="49" y="524"/>
                      <a:pt x="64" y="530"/>
                      <a:pt x="75" y="540"/>
                    </a:cubicBezTo>
                    <a:cubicBezTo>
                      <a:pt x="87" y="354"/>
                      <a:pt x="163" y="184"/>
                      <a:pt x="280" y="53"/>
                    </a:cubicBezTo>
                    <a:cubicBezTo>
                      <a:pt x="253" y="49"/>
                      <a:pt x="230" y="27"/>
                      <a:pt x="225" y="0"/>
                    </a:cubicBezTo>
                    <a:cubicBezTo>
                      <a:pt x="92" y="149"/>
                      <a:pt x="14" y="335"/>
                      <a:pt x="0" y="534"/>
                    </a:cubicBezTo>
                    <a:cubicBezTo>
                      <a:pt x="10" y="528"/>
                      <a:pt x="21" y="524"/>
                      <a:pt x="33" y="52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ŝḷïḍè">
                <a:extLst>
                  <a:ext uri="{FF2B5EF4-FFF2-40B4-BE49-F238E27FC236}">
                    <a16:creationId xmlns="" xmlns:a16="http://schemas.microsoft.com/office/drawing/2014/main" id="{AFD99E50-FE5A-4D13-B0C4-4F0900C84813}"/>
                  </a:ext>
                </a:extLst>
              </p:cNvPr>
              <p:cNvSpPr/>
              <p:nvPr/>
            </p:nvSpPr>
            <p:spPr bwMode="auto">
              <a:xfrm>
                <a:off x="4930776" y="1957388"/>
                <a:ext cx="1077913" cy="546100"/>
              </a:xfrm>
              <a:custGeom>
                <a:avLst/>
                <a:gdLst>
                  <a:gd name="T0" fmla="*/ 544 w 544"/>
                  <a:gd name="T1" fmla="*/ 0 h 276"/>
                  <a:gd name="T2" fmla="*/ 0 w 544"/>
                  <a:gd name="T3" fmla="*/ 221 h 276"/>
                  <a:gd name="T4" fmla="*/ 52 w 544"/>
                  <a:gd name="T5" fmla="*/ 276 h 276"/>
                  <a:gd name="T6" fmla="*/ 542 w 544"/>
                  <a:gd name="T7" fmla="*/ 76 h 276"/>
                  <a:gd name="T8" fmla="*/ 530 w 544"/>
                  <a:gd name="T9" fmla="*/ 39 h 276"/>
                  <a:gd name="T10" fmla="*/ 530 w 544"/>
                  <a:gd name="T11" fmla="*/ 39 h 276"/>
                  <a:gd name="T12" fmla="*/ 530 w 544"/>
                  <a:gd name="T13" fmla="*/ 39 h 276"/>
                  <a:gd name="T14" fmla="*/ 544 w 544"/>
                  <a:gd name="T15" fmla="*/ 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4" h="276">
                    <a:moveTo>
                      <a:pt x="544" y="0"/>
                    </a:moveTo>
                    <a:cubicBezTo>
                      <a:pt x="342" y="10"/>
                      <a:pt x="152" y="87"/>
                      <a:pt x="0" y="221"/>
                    </a:cubicBezTo>
                    <a:cubicBezTo>
                      <a:pt x="27" y="226"/>
                      <a:pt x="49" y="249"/>
                      <a:pt x="52" y="276"/>
                    </a:cubicBezTo>
                    <a:cubicBezTo>
                      <a:pt x="185" y="160"/>
                      <a:pt x="355" y="86"/>
                      <a:pt x="542" y="76"/>
                    </a:cubicBezTo>
                    <a:cubicBezTo>
                      <a:pt x="535" y="65"/>
                      <a:pt x="530" y="52"/>
                      <a:pt x="530" y="39"/>
                    </a:cubicBezTo>
                    <a:cubicBezTo>
                      <a:pt x="530" y="39"/>
                      <a:pt x="530" y="39"/>
                      <a:pt x="530" y="39"/>
                    </a:cubicBezTo>
                    <a:cubicBezTo>
                      <a:pt x="530" y="39"/>
                      <a:pt x="530" y="39"/>
                      <a:pt x="530" y="39"/>
                    </a:cubicBezTo>
                    <a:cubicBezTo>
                      <a:pt x="530" y="25"/>
                      <a:pt x="535" y="11"/>
                      <a:pt x="54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$ḷïďe">
                <a:extLst>
                  <a:ext uri="{FF2B5EF4-FFF2-40B4-BE49-F238E27FC236}">
                    <a16:creationId xmlns="" xmlns:a16="http://schemas.microsoft.com/office/drawing/2014/main" id="{C49B76EE-58DC-4BBA-B7A0-C469E3937EA0}"/>
                  </a:ext>
                </a:extLst>
              </p:cNvPr>
              <p:cNvSpPr/>
              <p:nvPr/>
            </p:nvSpPr>
            <p:spPr>
              <a:xfrm>
                <a:off x="4752224" y="2309491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ïŝlïdè">
                <a:extLst>
                  <a:ext uri="{FF2B5EF4-FFF2-40B4-BE49-F238E27FC236}">
                    <a16:creationId xmlns="" xmlns:a16="http://schemas.microsoft.com/office/drawing/2014/main" id="{BE2B6BBE-C7B0-45BD-AB0D-686459B1F5E0}"/>
                  </a:ext>
                </a:extLst>
              </p:cNvPr>
              <p:cNvSpPr/>
              <p:nvPr/>
            </p:nvSpPr>
            <p:spPr bwMode="auto">
              <a:xfrm>
                <a:off x="6210301" y="1958975"/>
                <a:ext cx="1058863" cy="550863"/>
              </a:xfrm>
              <a:custGeom>
                <a:avLst/>
                <a:gdLst>
                  <a:gd name="T0" fmla="*/ 534 w 534"/>
                  <a:gd name="T1" fmla="*/ 223 h 278"/>
                  <a:gd name="T2" fmla="*/ 0 w 534"/>
                  <a:gd name="T3" fmla="*/ 0 h 278"/>
                  <a:gd name="T4" fmla="*/ 13 w 534"/>
                  <a:gd name="T5" fmla="*/ 38 h 278"/>
                  <a:gd name="T6" fmla="*/ 0 w 534"/>
                  <a:gd name="T7" fmla="*/ 75 h 278"/>
                  <a:gd name="T8" fmla="*/ 481 w 534"/>
                  <a:gd name="T9" fmla="*/ 278 h 278"/>
                  <a:gd name="T10" fmla="*/ 534 w 534"/>
                  <a:gd name="T11" fmla="*/ 223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278">
                    <a:moveTo>
                      <a:pt x="534" y="223"/>
                    </a:moveTo>
                    <a:cubicBezTo>
                      <a:pt x="385" y="91"/>
                      <a:pt x="199" y="13"/>
                      <a:pt x="0" y="0"/>
                    </a:cubicBezTo>
                    <a:cubicBezTo>
                      <a:pt x="8" y="11"/>
                      <a:pt x="13" y="24"/>
                      <a:pt x="13" y="38"/>
                    </a:cubicBezTo>
                    <a:cubicBezTo>
                      <a:pt x="13" y="52"/>
                      <a:pt x="8" y="65"/>
                      <a:pt x="0" y="75"/>
                    </a:cubicBezTo>
                    <a:cubicBezTo>
                      <a:pt x="184" y="88"/>
                      <a:pt x="351" y="163"/>
                      <a:pt x="481" y="278"/>
                    </a:cubicBezTo>
                    <a:cubicBezTo>
                      <a:pt x="485" y="250"/>
                      <a:pt x="507" y="228"/>
                      <a:pt x="534" y="22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ṩḻïḓê">
                <a:extLst>
                  <a:ext uri="{FF2B5EF4-FFF2-40B4-BE49-F238E27FC236}">
                    <a16:creationId xmlns="" xmlns:a16="http://schemas.microsoft.com/office/drawing/2014/main" id="{C9C06FF8-6C03-457F-B0A6-AF1A069D1DD1}"/>
                  </a:ext>
                </a:extLst>
              </p:cNvPr>
              <p:cNvSpPr/>
              <p:nvPr/>
            </p:nvSpPr>
            <p:spPr bwMode="auto">
              <a:xfrm>
                <a:off x="7307264" y="2549525"/>
                <a:ext cx="547688" cy="1068388"/>
              </a:xfrm>
              <a:custGeom>
                <a:avLst/>
                <a:gdLst>
                  <a:gd name="T0" fmla="*/ 244 w 277"/>
                  <a:gd name="T1" fmla="*/ 524 h 539"/>
                  <a:gd name="T2" fmla="*/ 277 w 277"/>
                  <a:gd name="T3" fmla="*/ 533 h 539"/>
                  <a:gd name="T4" fmla="*/ 55 w 277"/>
                  <a:gd name="T5" fmla="*/ 0 h 539"/>
                  <a:gd name="T6" fmla="*/ 0 w 277"/>
                  <a:gd name="T7" fmla="*/ 52 h 539"/>
                  <a:gd name="T8" fmla="*/ 202 w 277"/>
                  <a:gd name="T9" fmla="*/ 539 h 539"/>
                  <a:gd name="T10" fmla="*/ 244 w 277"/>
                  <a:gd name="T11" fmla="*/ 524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7" h="539">
                    <a:moveTo>
                      <a:pt x="244" y="524"/>
                    </a:moveTo>
                    <a:cubicBezTo>
                      <a:pt x="256" y="524"/>
                      <a:pt x="267" y="527"/>
                      <a:pt x="277" y="533"/>
                    </a:cubicBezTo>
                    <a:cubicBezTo>
                      <a:pt x="265" y="335"/>
                      <a:pt x="187" y="148"/>
                      <a:pt x="55" y="0"/>
                    </a:cubicBezTo>
                    <a:cubicBezTo>
                      <a:pt x="50" y="27"/>
                      <a:pt x="28" y="48"/>
                      <a:pt x="0" y="52"/>
                    </a:cubicBezTo>
                    <a:cubicBezTo>
                      <a:pt x="117" y="184"/>
                      <a:pt x="191" y="353"/>
                      <a:pt x="202" y="539"/>
                    </a:cubicBezTo>
                    <a:cubicBezTo>
                      <a:pt x="214" y="529"/>
                      <a:pt x="228" y="524"/>
                      <a:pt x="244" y="5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ṡlîdè">
                <a:extLst>
                  <a:ext uri="{FF2B5EF4-FFF2-40B4-BE49-F238E27FC236}">
                    <a16:creationId xmlns="" xmlns:a16="http://schemas.microsoft.com/office/drawing/2014/main" id="{E6749F65-AA5A-4F3F-8E29-FDF6763FC953}"/>
                  </a:ext>
                </a:extLst>
              </p:cNvPr>
              <p:cNvSpPr/>
              <p:nvPr/>
            </p:nvSpPr>
            <p:spPr bwMode="auto">
              <a:xfrm>
                <a:off x="7304089" y="3811588"/>
                <a:ext cx="550863" cy="1071563"/>
              </a:xfrm>
              <a:custGeom>
                <a:avLst/>
                <a:gdLst>
                  <a:gd name="T0" fmla="*/ 0 w 278"/>
                  <a:gd name="T1" fmla="*/ 493 h 541"/>
                  <a:gd name="T2" fmla="*/ 58 w 278"/>
                  <a:gd name="T3" fmla="*/ 541 h 541"/>
                  <a:gd name="T4" fmla="*/ 278 w 278"/>
                  <a:gd name="T5" fmla="*/ 5 h 541"/>
                  <a:gd name="T6" fmla="*/ 245 w 278"/>
                  <a:gd name="T7" fmla="*/ 15 h 541"/>
                  <a:gd name="T8" fmla="*/ 204 w 278"/>
                  <a:gd name="T9" fmla="*/ 0 h 541"/>
                  <a:gd name="T10" fmla="*/ 0 w 278"/>
                  <a:gd name="T11" fmla="*/ 493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8" h="541">
                    <a:moveTo>
                      <a:pt x="0" y="493"/>
                    </a:moveTo>
                    <a:cubicBezTo>
                      <a:pt x="28" y="495"/>
                      <a:pt x="51" y="515"/>
                      <a:pt x="58" y="541"/>
                    </a:cubicBezTo>
                    <a:cubicBezTo>
                      <a:pt x="190" y="391"/>
                      <a:pt x="267" y="204"/>
                      <a:pt x="278" y="5"/>
                    </a:cubicBezTo>
                    <a:cubicBezTo>
                      <a:pt x="269" y="11"/>
                      <a:pt x="257" y="15"/>
                      <a:pt x="245" y="15"/>
                    </a:cubicBezTo>
                    <a:cubicBezTo>
                      <a:pt x="229" y="15"/>
                      <a:pt x="215" y="9"/>
                      <a:pt x="204" y="0"/>
                    </a:cubicBezTo>
                    <a:cubicBezTo>
                      <a:pt x="193" y="188"/>
                      <a:pt x="118" y="360"/>
                      <a:pt x="0" y="493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šḷiḓê">
                <a:extLst>
                  <a:ext uri="{FF2B5EF4-FFF2-40B4-BE49-F238E27FC236}">
                    <a16:creationId xmlns="" xmlns:a16="http://schemas.microsoft.com/office/drawing/2014/main" id="{1BC0B9BE-2B49-439B-AEB0-CF360922E27C}"/>
                  </a:ext>
                </a:extLst>
              </p:cNvPr>
              <p:cNvSpPr/>
              <p:nvPr/>
            </p:nvSpPr>
            <p:spPr bwMode="auto">
              <a:xfrm>
                <a:off x="6202364" y="4922838"/>
                <a:ext cx="1062038" cy="554038"/>
              </a:xfrm>
              <a:custGeom>
                <a:avLst/>
                <a:gdLst>
                  <a:gd name="T0" fmla="*/ 13 w 536"/>
                  <a:gd name="T1" fmla="*/ 241 h 280"/>
                  <a:gd name="T2" fmla="*/ 0 w 536"/>
                  <a:gd name="T3" fmla="*/ 280 h 280"/>
                  <a:gd name="T4" fmla="*/ 536 w 536"/>
                  <a:gd name="T5" fmla="*/ 58 h 280"/>
                  <a:gd name="T6" fmla="*/ 488 w 536"/>
                  <a:gd name="T7" fmla="*/ 0 h 280"/>
                  <a:gd name="T8" fmla="*/ 2 w 536"/>
                  <a:gd name="T9" fmla="*/ 205 h 280"/>
                  <a:gd name="T10" fmla="*/ 13 w 536"/>
                  <a:gd name="T11" fmla="*/ 241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6" h="280">
                    <a:moveTo>
                      <a:pt x="13" y="241"/>
                    </a:moveTo>
                    <a:cubicBezTo>
                      <a:pt x="13" y="256"/>
                      <a:pt x="8" y="269"/>
                      <a:pt x="0" y="280"/>
                    </a:cubicBezTo>
                    <a:cubicBezTo>
                      <a:pt x="199" y="269"/>
                      <a:pt x="387" y="191"/>
                      <a:pt x="536" y="58"/>
                    </a:cubicBezTo>
                    <a:cubicBezTo>
                      <a:pt x="510" y="51"/>
                      <a:pt x="490" y="28"/>
                      <a:pt x="488" y="0"/>
                    </a:cubicBezTo>
                    <a:cubicBezTo>
                      <a:pt x="357" y="117"/>
                      <a:pt x="188" y="192"/>
                      <a:pt x="2" y="205"/>
                    </a:cubicBezTo>
                    <a:cubicBezTo>
                      <a:pt x="9" y="215"/>
                      <a:pt x="13" y="228"/>
                      <a:pt x="13" y="24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ïŝļîdé">
                <a:extLst>
                  <a:ext uri="{FF2B5EF4-FFF2-40B4-BE49-F238E27FC236}">
                    <a16:creationId xmlns="" xmlns:a16="http://schemas.microsoft.com/office/drawing/2014/main" id="{14BB8EB5-1991-4DB1-B92E-DBAC5F34DE74}"/>
                  </a:ext>
                </a:extLst>
              </p:cNvPr>
              <p:cNvSpPr/>
              <p:nvPr/>
            </p:nvSpPr>
            <p:spPr bwMode="auto">
              <a:xfrm>
                <a:off x="4921251" y="4933950"/>
                <a:ext cx="1081088" cy="546100"/>
              </a:xfrm>
              <a:custGeom>
                <a:avLst/>
                <a:gdLst>
                  <a:gd name="T0" fmla="*/ 0 w 546"/>
                  <a:gd name="T1" fmla="*/ 49 h 275"/>
                  <a:gd name="T2" fmla="*/ 546 w 546"/>
                  <a:gd name="T3" fmla="*/ 275 h 275"/>
                  <a:gd name="T4" fmla="*/ 532 w 546"/>
                  <a:gd name="T5" fmla="*/ 235 h 275"/>
                  <a:gd name="T6" fmla="*/ 543 w 546"/>
                  <a:gd name="T7" fmla="*/ 199 h 275"/>
                  <a:gd name="T8" fmla="*/ 58 w 546"/>
                  <a:gd name="T9" fmla="*/ 0 h 275"/>
                  <a:gd name="T10" fmla="*/ 49 w 546"/>
                  <a:gd name="T11" fmla="*/ 0 h 275"/>
                  <a:gd name="T12" fmla="*/ 0 w 546"/>
                  <a:gd name="T13" fmla="*/ 49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6" h="275">
                    <a:moveTo>
                      <a:pt x="0" y="49"/>
                    </a:moveTo>
                    <a:cubicBezTo>
                      <a:pt x="152" y="185"/>
                      <a:pt x="343" y="264"/>
                      <a:pt x="546" y="275"/>
                    </a:cubicBezTo>
                    <a:cubicBezTo>
                      <a:pt x="537" y="264"/>
                      <a:pt x="532" y="250"/>
                      <a:pt x="532" y="235"/>
                    </a:cubicBezTo>
                    <a:cubicBezTo>
                      <a:pt x="532" y="222"/>
                      <a:pt x="536" y="210"/>
                      <a:pt x="543" y="199"/>
                    </a:cubicBezTo>
                    <a:cubicBezTo>
                      <a:pt x="358" y="188"/>
                      <a:pt x="189" y="115"/>
                      <a:pt x="58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4" y="25"/>
                      <a:pt x="24" y="44"/>
                      <a:pt x="0" y="49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ísľîďe">
                <a:extLst>
                  <a:ext uri="{FF2B5EF4-FFF2-40B4-BE49-F238E27FC236}">
                    <a16:creationId xmlns="" xmlns:a16="http://schemas.microsoft.com/office/drawing/2014/main" id="{C4B23CCF-0277-42C7-885A-C86C664AECC1}"/>
                  </a:ext>
                </a:extLst>
              </p:cNvPr>
              <p:cNvSpPr/>
              <p:nvPr/>
            </p:nvSpPr>
            <p:spPr>
              <a:xfrm>
                <a:off x="5922993" y="1843178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î$liďè">
                <a:extLst>
                  <a:ext uri="{FF2B5EF4-FFF2-40B4-BE49-F238E27FC236}">
                    <a16:creationId xmlns="" xmlns:a16="http://schemas.microsoft.com/office/drawing/2014/main" id="{6EF1FE0B-4809-48F2-8D2C-C6D4FF4924A1}"/>
                  </a:ext>
                </a:extLst>
              </p:cNvPr>
              <p:cNvSpPr/>
              <p:nvPr/>
            </p:nvSpPr>
            <p:spPr>
              <a:xfrm>
                <a:off x="7121209" y="2358390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ïsḻïḋe">
                <a:extLst>
                  <a:ext uri="{FF2B5EF4-FFF2-40B4-BE49-F238E27FC236}">
                    <a16:creationId xmlns="" xmlns:a16="http://schemas.microsoft.com/office/drawing/2014/main" id="{F03929E0-28F6-4302-9897-900C8F4CFCBB}"/>
                  </a:ext>
                </a:extLst>
              </p:cNvPr>
              <p:cNvSpPr/>
              <p:nvPr/>
            </p:nvSpPr>
            <p:spPr>
              <a:xfrm>
                <a:off x="7602539" y="352744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ṣ1íḓe">
                <a:extLst>
                  <a:ext uri="{FF2B5EF4-FFF2-40B4-BE49-F238E27FC236}">
                    <a16:creationId xmlns="" xmlns:a16="http://schemas.microsoft.com/office/drawing/2014/main" id="{DF09C752-99DB-4FE3-8ABC-78C66CBDC104}"/>
                  </a:ext>
                </a:extLst>
              </p:cNvPr>
              <p:cNvSpPr/>
              <p:nvPr/>
            </p:nvSpPr>
            <p:spPr>
              <a:xfrm>
                <a:off x="7118035" y="4745589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ŝḻíḋè">
                <a:extLst>
                  <a:ext uri="{FF2B5EF4-FFF2-40B4-BE49-F238E27FC236}">
                    <a16:creationId xmlns="" xmlns:a16="http://schemas.microsoft.com/office/drawing/2014/main" id="{84F717CD-E380-4157-B469-2A1645F77721}"/>
                  </a:ext>
                </a:extLst>
              </p:cNvPr>
              <p:cNvSpPr/>
              <p:nvPr/>
            </p:nvSpPr>
            <p:spPr>
              <a:xfrm>
                <a:off x="5922993" y="522567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ïSľíḑé">
                <a:extLst>
                  <a:ext uri="{FF2B5EF4-FFF2-40B4-BE49-F238E27FC236}">
                    <a16:creationId xmlns="" xmlns:a16="http://schemas.microsoft.com/office/drawing/2014/main" id="{25569A3E-53A2-4731-9755-FC78F925CE9C}"/>
                  </a:ext>
                </a:extLst>
              </p:cNvPr>
              <p:cNvSpPr/>
              <p:nvPr/>
            </p:nvSpPr>
            <p:spPr>
              <a:xfrm>
                <a:off x="4239127" y="352744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ísļiďê">
                <a:extLst>
                  <a:ext uri="{FF2B5EF4-FFF2-40B4-BE49-F238E27FC236}">
                    <a16:creationId xmlns="" xmlns:a16="http://schemas.microsoft.com/office/drawing/2014/main" id="{033ED5D5-496D-4BB6-833D-3088A5F3230C}"/>
                  </a:ext>
                </a:extLst>
              </p:cNvPr>
              <p:cNvSpPr/>
              <p:nvPr/>
            </p:nvSpPr>
            <p:spPr>
              <a:xfrm>
                <a:off x="4746225" y="4736783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iṡļíḑe">
              <a:extLst>
                <a:ext uri="{FF2B5EF4-FFF2-40B4-BE49-F238E27FC236}">
                  <a16:creationId xmlns="" xmlns:a16="http://schemas.microsoft.com/office/drawing/2014/main" id="{F25DBCC8-4D2A-4D98-B919-3098D873C199}"/>
                </a:ext>
              </a:extLst>
            </p:cNvPr>
            <p:cNvGrpSpPr/>
            <p:nvPr/>
          </p:nvGrpSpPr>
          <p:grpSpPr>
            <a:xfrm>
              <a:off x="4197352" y="2071140"/>
              <a:ext cx="1907259" cy="1647556"/>
              <a:chOff x="4652964" y="2479675"/>
              <a:chExt cx="1457325" cy="1258888"/>
            </a:xfrm>
          </p:grpSpPr>
          <p:sp>
            <p:nvSpPr>
              <p:cNvPr id="24" name="işḻíḍé">
                <a:extLst>
                  <a:ext uri="{FF2B5EF4-FFF2-40B4-BE49-F238E27FC236}">
                    <a16:creationId xmlns="" xmlns:a16="http://schemas.microsoft.com/office/drawing/2014/main" id="{209BB34C-633D-4943-977F-C2DE9F23FEE4}"/>
                  </a:ext>
                </a:extLst>
              </p:cNvPr>
              <p:cNvSpPr/>
              <p:nvPr/>
            </p:nvSpPr>
            <p:spPr bwMode="auto">
              <a:xfrm>
                <a:off x="4905376" y="2733675"/>
                <a:ext cx="1204913" cy="1004888"/>
              </a:xfrm>
              <a:custGeom>
                <a:avLst/>
                <a:gdLst>
                  <a:gd name="T0" fmla="*/ 606 w 608"/>
                  <a:gd name="T1" fmla="*/ 480 h 507"/>
                  <a:gd name="T2" fmla="*/ 30 w 608"/>
                  <a:gd name="T3" fmla="*/ 6 h 507"/>
                  <a:gd name="T4" fmla="*/ 6 w 608"/>
                  <a:gd name="T5" fmla="*/ 8 h 507"/>
                  <a:gd name="T6" fmla="*/ 8 w 608"/>
                  <a:gd name="T7" fmla="*/ 32 h 507"/>
                  <a:gd name="T8" fmla="*/ 584 w 608"/>
                  <a:gd name="T9" fmla="*/ 507 h 507"/>
                  <a:gd name="T10" fmla="*/ 601 w 608"/>
                  <a:gd name="T11" fmla="*/ 497 h 507"/>
                  <a:gd name="T12" fmla="*/ 606 w 608"/>
                  <a:gd name="T13" fmla="*/ 48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507">
                    <a:moveTo>
                      <a:pt x="606" y="480"/>
                    </a:moveTo>
                    <a:cubicBezTo>
                      <a:pt x="30" y="6"/>
                      <a:pt x="30" y="6"/>
                      <a:pt x="30" y="6"/>
                    </a:cubicBezTo>
                    <a:cubicBezTo>
                      <a:pt x="23" y="0"/>
                      <a:pt x="12" y="1"/>
                      <a:pt x="6" y="8"/>
                    </a:cubicBezTo>
                    <a:cubicBezTo>
                      <a:pt x="0" y="16"/>
                      <a:pt x="1" y="26"/>
                      <a:pt x="8" y="32"/>
                    </a:cubicBezTo>
                    <a:cubicBezTo>
                      <a:pt x="584" y="507"/>
                      <a:pt x="584" y="507"/>
                      <a:pt x="584" y="507"/>
                    </a:cubicBezTo>
                    <a:cubicBezTo>
                      <a:pt x="584" y="507"/>
                      <a:pt x="594" y="506"/>
                      <a:pt x="601" y="497"/>
                    </a:cubicBezTo>
                    <a:cubicBezTo>
                      <a:pt x="608" y="488"/>
                      <a:pt x="606" y="480"/>
                      <a:pt x="606" y="4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šľîḓè">
                <a:extLst>
                  <a:ext uri="{FF2B5EF4-FFF2-40B4-BE49-F238E27FC236}">
                    <a16:creationId xmlns="" xmlns:a16="http://schemas.microsoft.com/office/drawing/2014/main" id="{3FB1AA5F-4011-43EA-BF64-6A50E2FA9CC2}"/>
                  </a:ext>
                </a:extLst>
              </p:cNvPr>
              <p:cNvSpPr/>
              <p:nvPr/>
            </p:nvSpPr>
            <p:spPr bwMode="auto">
              <a:xfrm>
                <a:off x="4652964" y="2800350"/>
                <a:ext cx="542925" cy="274638"/>
              </a:xfrm>
              <a:custGeom>
                <a:avLst/>
                <a:gdLst>
                  <a:gd name="T0" fmla="*/ 0 w 342"/>
                  <a:gd name="T1" fmla="*/ 8 h 173"/>
                  <a:gd name="T2" fmla="*/ 171 w 342"/>
                  <a:gd name="T3" fmla="*/ 0 h 173"/>
                  <a:gd name="T4" fmla="*/ 342 w 342"/>
                  <a:gd name="T5" fmla="*/ 140 h 173"/>
                  <a:gd name="T6" fmla="*/ 265 w 342"/>
                  <a:gd name="T7" fmla="*/ 173 h 173"/>
                  <a:gd name="T8" fmla="*/ 0 w 342"/>
                  <a:gd name="T9" fmla="*/ 8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2" h="173">
                    <a:moveTo>
                      <a:pt x="0" y="8"/>
                    </a:moveTo>
                    <a:lnTo>
                      <a:pt x="171" y="0"/>
                    </a:lnTo>
                    <a:lnTo>
                      <a:pt x="342" y="140"/>
                    </a:lnTo>
                    <a:lnTo>
                      <a:pt x="265" y="17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şľíḋe">
                <a:extLst>
                  <a:ext uri="{FF2B5EF4-FFF2-40B4-BE49-F238E27FC236}">
                    <a16:creationId xmlns="" xmlns:a16="http://schemas.microsoft.com/office/drawing/2014/main" id="{99FBA7DF-D4F8-49DE-9C1B-BDA92773EBC6}"/>
                  </a:ext>
                </a:extLst>
              </p:cNvPr>
              <p:cNvSpPr/>
              <p:nvPr/>
            </p:nvSpPr>
            <p:spPr bwMode="auto">
              <a:xfrm>
                <a:off x="4926014" y="2479675"/>
                <a:ext cx="339725" cy="488950"/>
              </a:xfrm>
              <a:custGeom>
                <a:avLst/>
                <a:gdLst>
                  <a:gd name="T0" fmla="*/ 0 w 214"/>
                  <a:gd name="T1" fmla="*/ 0 h 308"/>
                  <a:gd name="T2" fmla="*/ 27 w 214"/>
                  <a:gd name="T3" fmla="*/ 169 h 308"/>
                  <a:gd name="T4" fmla="*/ 198 w 214"/>
                  <a:gd name="T5" fmla="*/ 308 h 308"/>
                  <a:gd name="T6" fmla="*/ 214 w 214"/>
                  <a:gd name="T7" fmla="*/ 226 h 308"/>
                  <a:gd name="T8" fmla="*/ 0 w 214"/>
                  <a:gd name="T9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308">
                    <a:moveTo>
                      <a:pt x="0" y="0"/>
                    </a:moveTo>
                    <a:lnTo>
                      <a:pt x="27" y="169"/>
                    </a:lnTo>
                    <a:lnTo>
                      <a:pt x="198" y="308"/>
                    </a:lnTo>
                    <a:lnTo>
                      <a:pt x="214" y="2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4991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2867330" y="802455"/>
            <a:ext cx="2960264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輸入</a:t>
            </a:r>
            <a:r>
              <a:rPr lang="en-US" altLang="zh-CN" b="1" dirty="0" smtClean="0">
                <a:solidFill>
                  <a:schemeClr val="tx1"/>
                </a:solidFill>
              </a:rPr>
              <a:t>ERP</a:t>
            </a:r>
            <a:r>
              <a:rPr lang="zh-CN" altLang="en-US" b="1" dirty="0" smtClean="0">
                <a:solidFill>
                  <a:schemeClr val="tx1"/>
                </a:solidFill>
              </a:rPr>
              <a:t>資料庫連線訊息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521" y="1077232"/>
            <a:ext cx="342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88686" y="811827"/>
            <a:ext cx="2569027" cy="10605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17714" y="1901370"/>
            <a:ext cx="928916" cy="290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33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88686" y="2162622"/>
            <a:ext cx="638628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837" y="1328057"/>
            <a:ext cx="1535792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117582" y="1901370"/>
            <a:ext cx="928916" cy="290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212237" y="1734456"/>
            <a:ext cx="2960264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儲存</a:t>
            </a:r>
            <a:r>
              <a:rPr lang="en-US" altLang="zh-CN" b="1" dirty="0" smtClean="0">
                <a:solidFill>
                  <a:schemeClr val="tx1"/>
                </a:solidFill>
              </a:rPr>
              <a:t>ERP</a:t>
            </a:r>
            <a:r>
              <a:rPr lang="zh-CN" altLang="en-US" b="1" dirty="0" smtClean="0">
                <a:solidFill>
                  <a:schemeClr val="tx1"/>
                </a:solidFill>
              </a:rPr>
              <a:t>資料庫連線訊息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88686" y="2814759"/>
            <a:ext cx="2484000" cy="82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8686" y="3643050"/>
            <a:ext cx="928916" cy="290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/>
          <p:cNvSpPr/>
          <p:nvPr/>
        </p:nvSpPr>
        <p:spPr>
          <a:xfrm>
            <a:off x="2867329" y="2804886"/>
            <a:ext cx="5391299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solidFill>
                  <a:schemeClr val="tx1"/>
                </a:solidFill>
              </a:rPr>
              <a:t>輸入軌跡資料庫連線訊息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altLang="zh-TW" b="1" dirty="0">
                <a:solidFill>
                  <a:schemeClr val="tx1"/>
                </a:solidFill>
                <a:sym typeface="+mn-ea"/>
              </a:rPr>
              <a:t>Maria DB </a:t>
            </a:r>
            <a:r>
              <a:rPr lang="zh-TW" altLang="en-US" b="1" dirty="0">
                <a:solidFill>
                  <a:schemeClr val="tx1"/>
                </a:solidFill>
                <a:sym typeface="+mn-ea"/>
              </a:rPr>
              <a:t>只限定只連結本機</a:t>
            </a:r>
            <a:r>
              <a:rPr lang="en-US" altLang="zh-TW" b="1" dirty="0">
                <a:solidFill>
                  <a:schemeClr val="tx1"/>
                </a:solidFill>
                <a:sym typeface="+mn-ea"/>
              </a:rPr>
              <a:t>IP(127.0.0.1)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5" y="12049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5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7394" y="3970649"/>
            <a:ext cx="1767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授權驗證中，請稍後</a:t>
            </a:r>
            <a:r>
              <a:rPr lang="en-US" altLang="zh-CN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8685" y="3933365"/>
            <a:ext cx="1558227" cy="283505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3544" y="4323741"/>
            <a:ext cx="6152540" cy="9852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12" name="组合 1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97054" y="4485370"/>
            <a:ext cx="665162" cy="664197"/>
            <a:chOff x="3906838" y="1244601"/>
            <a:chExt cx="4376738" cy="4370387"/>
          </a:xfrm>
        </p:grpSpPr>
        <p:sp>
          <p:nvSpPr>
            <p:cNvPr id="13" name="íṣḻíḓè">
              <a:extLst>
                <a:ext uri="{FF2B5EF4-FFF2-40B4-BE49-F238E27FC236}">
                  <a16:creationId xmlns:a16="http://schemas.microsoft.com/office/drawing/2014/main" xmlns="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ṧ1iḍè">
              <a:extLst>
                <a:ext uri="{FF2B5EF4-FFF2-40B4-BE49-F238E27FC236}">
                  <a16:creationId xmlns:a16="http://schemas.microsoft.com/office/drawing/2014/main" xmlns="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ṩḻiḑe">
              <a:extLst>
                <a:ext uri="{FF2B5EF4-FFF2-40B4-BE49-F238E27FC236}">
                  <a16:creationId xmlns:a16="http://schemas.microsoft.com/office/drawing/2014/main" xmlns="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i$ľïdé">
              <a:extLst>
                <a:ext uri="{FF2B5EF4-FFF2-40B4-BE49-F238E27FC236}">
                  <a16:creationId xmlns:a16="http://schemas.microsoft.com/office/drawing/2014/main" xmlns="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ṣḷïdé">
              <a:extLst>
                <a:ext uri="{FF2B5EF4-FFF2-40B4-BE49-F238E27FC236}">
                  <a16:creationId xmlns:a16="http://schemas.microsoft.com/office/drawing/2014/main" xmlns="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$ḻiḋe">
              <a:extLst>
                <a:ext uri="{FF2B5EF4-FFF2-40B4-BE49-F238E27FC236}">
                  <a16:creationId xmlns:a16="http://schemas.microsoft.com/office/drawing/2014/main" xmlns="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şľîḍè">
              <a:extLst>
                <a:ext uri="{FF2B5EF4-FFF2-40B4-BE49-F238E27FC236}">
                  <a16:creationId xmlns:a16="http://schemas.microsoft.com/office/drawing/2014/main" xmlns="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iSḻïďê">
              <a:extLst>
                <a:ext uri="{FF2B5EF4-FFF2-40B4-BE49-F238E27FC236}">
                  <a16:creationId xmlns:a16="http://schemas.microsoft.com/office/drawing/2014/main" xmlns="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islîḑê">
              <a:extLst>
                <a:ext uri="{FF2B5EF4-FFF2-40B4-BE49-F238E27FC236}">
                  <a16:creationId xmlns:a16="http://schemas.microsoft.com/office/drawing/2014/main" xmlns="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ṥľíḋe">
              <a:extLst>
                <a:ext uri="{FF2B5EF4-FFF2-40B4-BE49-F238E27FC236}">
                  <a16:creationId xmlns:a16="http://schemas.microsoft.com/office/drawing/2014/main" xmlns="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ṣļîde">
              <a:extLst>
                <a:ext uri="{FF2B5EF4-FFF2-40B4-BE49-F238E27FC236}">
                  <a16:creationId xmlns:a16="http://schemas.microsoft.com/office/drawing/2014/main" xmlns="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lîḑé">
              <a:extLst>
                <a:ext uri="{FF2B5EF4-FFF2-40B4-BE49-F238E27FC236}">
                  <a16:creationId xmlns:a16="http://schemas.microsoft.com/office/drawing/2014/main" xmlns="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ṣḷiḓe">
              <a:extLst>
                <a:ext uri="{FF2B5EF4-FFF2-40B4-BE49-F238E27FC236}">
                  <a16:creationId xmlns:a16="http://schemas.microsoft.com/office/drawing/2014/main" xmlns="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ḷïḓe">
              <a:extLst>
                <a:ext uri="{FF2B5EF4-FFF2-40B4-BE49-F238E27FC236}">
                  <a16:creationId xmlns:a16="http://schemas.microsoft.com/office/drawing/2014/main" xmlns="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7" name="矩形 26"/>
          <p:cNvSpPr/>
          <p:nvPr/>
        </p:nvSpPr>
        <p:spPr>
          <a:xfrm>
            <a:off x="967798" y="4595669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每次連線軌跡資料庫都需授權認證！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5" y="12049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矩形 3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202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88686" y="3933365"/>
            <a:ext cx="638628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5" y="12049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35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32248" y="3656726"/>
            <a:ext cx="928916" cy="290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212237" y="3489812"/>
            <a:ext cx="2960264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儲存軌跡資料庫連線訊息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9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5" y="12049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53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1" y="5726109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139079" y="2572055"/>
            <a:ext cx="2918020" cy="1631455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367749" y="2164461"/>
            <a:ext cx="3046699" cy="13293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</a:rPr>
              <a:t>軌跡資料庫首次連線成功：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</a:rPr>
              <a:t>建立系統資料庫，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</a:rPr>
              <a:t>匯入基本資料。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3" name="圖片 5">
            <a:extLst>
              <a:ext uri="{FF2B5EF4-FFF2-40B4-BE49-F238E27FC236}">
                <a16:creationId xmlns="" xmlns:a16="http://schemas.microsoft.com/office/drawing/2014/main" id="{B128EE25-3C80-DC84-DE3D-2A4F3D9D29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9" t="39443" r="31712" b="38632"/>
          <a:stretch/>
        </p:blipFill>
        <p:spPr>
          <a:xfrm>
            <a:off x="3423964" y="809003"/>
            <a:ext cx="3916908" cy="1296538"/>
          </a:xfrm>
          <a:prstGeom prst="rect">
            <a:avLst/>
          </a:prstGeom>
          <a:ln>
            <a:solidFill>
              <a:srgbClr val="002060"/>
            </a:solidFill>
          </a:ln>
        </p:spPr>
      </p:pic>
      <p:cxnSp>
        <p:nvCxnSpPr>
          <p:cNvPr id="14" name="曲线连接符 13"/>
          <p:cNvCxnSpPr/>
          <p:nvPr/>
        </p:nvCxnSpPr>
        <p:spPr>
          <a:xfrm rot="5400000" flipH="1" flipV="1">
            <a:off x="822225" y="1118353"/>
            <a:ext cx="2229566" cy="67783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9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2275927" y="197345"/>
            <a:ext cx="2296074" cy="290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3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2239533" y="522028"/>
            <a:ext cx="4093029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首次成功連線軌跡資料庫時自動匯入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62" y="1944453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289575" y="182819"/>
            <a:ext cx="2296074" cy="2948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76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545" y="1858052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325144" y="197345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601273" y="109105"/>
            <a:ext cx="3496212" cy="757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需記錄軌跡異動的資料表清單；</a:t>
            </a:r>
            <a:endParaRPr lang="zh-TW" altLang="zh-CN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lvl="0"/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由系統自動匯入，可調整。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67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204684" y="580571"/>
            <a:ext cx="740229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277" y="1763254"/>
            <a:ext cx="137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00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88" y="1895075"/>
            <a:ext cx="4286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204685" y="580571"/>
            <a:ext cx="216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组合 30"/>
          <p:cNvGrpSpPr/>
          <p:nvPr/>
        </p:nvGrpSpPr>
        <p:grpSpPr>
          <a:xfrm>
            <a:off x="1204685" y="1650591"/>
            <a:ext cx="6545993" cy="1119904"/>
            <a:chOff x="1204685" y="1650591"/>
            <a:chExt cx="6545993" cy="1119904"/>
          </a:xfrm>
        </p:grpSpPr>
        <p:grpSp>
          <p:nvGrpSpPr>
            <p:cNvPr id="8" name="组合 7"/>
            <p:cNvGrpSpPr/>
            <p:nvPr/>
          </p:nvGrpSpPr>
          <p:grpSpPr>
            <a:xfrm>
              <a:off x="1393321" y="1842447"/>
              <a:ext cx="6357357" cy="928048"/>
              <a:chOff x="1393321" y="1842447"/>
              <a:chExt cx="6357357" cy="928048"/>
            </a:xfrm>
          </p:grpSpPr>
          <p:sp>
            <p:nvSpPr>
              <p:cNvPr id="5" name="对角圆角矩形 4"/>
              <p:cNvSpPr/>
              <p:nvPr/>
            </p:nvSpPr>
            <p:spPr>
              <a:xfrm>
                <a:off x="1393321" y="1842447"/>
                <a:ext cx="6357357" cy="928048"/>
              </a:xfrm>
              <a:prstGeom prst="round2Diag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066198" y="2085230"/>
                <a:ext cx="2492991" cy="400110"/>
              </a:xfrm>
              <a:prstGeom prst="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b="1" dirty="0" smtClean="0">
                    <a:solidFill>
                      <a:schemeClr val="bg1"/>
                    </a:solidFill>
                  </a:rPr>
                  <a:t>新增一張客制資料表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204685" y="1650591"/>
              <a:ext cx="1064921" cy="1005101"/>
              <a:chOff x="1204685" y="1650591"/>
              <a:chExt cx="1064921" cy="1005101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204685" y="1650591"/>
                <a:ext cx="1064921" cy="1005101"/>
                <a:chOff x="7162801" y="2301875"/>
                <a:chExt cx="1512888" cy="1409700"/>
              </a:xfrm>
            </p:grpSpPr>
            <p:sp>
              <p:nvSpPr>
                <p:cNvPr id="26" name="ïşḻîḑè">
                  <a:extLst>
                    <a:ext uri="{FF2B5EF4-FFF2-40B4-BE49-F238E27FC236}">
                      <a16:creationId xmlns:a16="http://schemas.microsoft.com/office/drawing/2014/main" xmlns="" id="{692EB030-2193-4E8D-9681-20FBFCDD7CD6}"/>
                    </a:ext>
                  </a:extLst>
                </p:cNvPr>
                <p:cNvSpPr/>
                <p:nvPr/>
              </p:nvSpPr>
              <p:spPr bwMode="auto">
                <a:xfrm>
                  <a:off x="7162801" y="2301875"/>
                  <a:ext cx="1512888" cy="1409700"/>
                </a:xfrm>
                <a:custGeom>
                  <a:avLst/>
                  <a:gdLst>
                    <a:gd name="T0" fmla="*/ 23 w 190"/>
                    <a:gd name="T1" fmla="*/ 17 h 177"/>
                    <a:gd name="T2" fmla="*/ 4 w 190"/>
                    <a:gd name="T3" fmla="*/ 58 h 177"/>
                    <a:gd name="T4" fmla="*/ 9 w 190"/>
                    <a:gd name="T5" fmla="*/ 89 h 177"/>
                    <a:gd name="T6" fmla="*/ 76 w 190"/>
                    <a:gd name="T7" fmla="*/ 164 h 177"/>
                    <a:gd name="T8" fmla="*/ 114 w 190"/>
                    <a:gd name="T9" fmla="*/ 169 h 177"/>
                    <a:gd name="T10" fmla="*/ 173 w 190"/>
                    <a:gd name="T11" fmla="*/ 127 h 177"/>
                    <a:gd name="T12" fmla="*/ 178 w 190"/>
                    <a:gd name="T13" fmla="*/ 84 h 177"/>
                    <a:gd name="T14" fmla="*/ 107 w 190"/>
                    <a:gd name="T15" fmla="*/ 9 h 177"/>
                    <a:gd name="T16" fmla="*/ 86 w 190"/>
                    <a:gd name="T17" fmla="*/ 0 h 177"/>
                    <a:gd name="T18" fmla="*/ 49 w 190"/>
                    <a:gd name="T19" fmla="*/ 0 h 177"/>
                    <a:gd name="T20" fmla="*/ 23 w 190"/>
                    <a:gd name="T21" fmla="*/ 17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0" h="177">
                      <a:moveTo>
                        <a:pt x="23" y="17"/>
                      </a:move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0" y="69"/>
                        <a:pt x="1" y="81"/>
                        <a:pt x="9" y="89"/>
                      </a:cubicBezTo>
                      <a:cubicBezTo>
                        <a:pt x="76" y="164"/>
                        <a:pt x="76" y="164"/>
                        <a:pt x="76" y="164"/>
                      </a:cubicBezTo>
                      <a:cubicBezTo>
                        <a:pt x="86" y="175"/>
                        <a:pt x="102" y="177"/>
                        <a:pt x="114" y="169"/>
                      </a:cubicBezTo>
                      <a:cubicBezTo>
                        <a:pt x="173" y="127"/>
                        <a:pt x="173" y="127"/>
                        <a:pt x="173" y="127"/>
                      </a:cubicBezTo>
                      <a:cubicBezTo>
                        <a:pt x="188" y="117"/>
                        <a:pt x="190" y="97"/>
                        <a:pt x="178" y="84"/>
                      </a:cubicBezTo>
                      <a:cubicBezTo>
                        <a:pt x="107" y="9"/>
                        <a:pt x="107" y="9"/>
                        <a:pt x="107" y="9"/>
                      </a:cubicBezTo>
                      <a:cubicBezTo>
                        <a:pt x="102" y="3"/>
                        <a:pt x="94" y="0"/>
                        <a:pt x="86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7" y="0"/>
                        <a:pt x="27" y="6"/>
                        <a:pt x="23" y="17"/>
                      </a:cubicBezTo>
                      <a:close/>
                    </a:path>
                  </a:pathLst>
                </a:custGeom>
                <a:solidFill>
                  <a:srgbClr val="FF61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" name="is1ídè">
                  <a:extLst>
                    <a:ext uri="{FF2B5EF4-FFF2-40B4-BE49-F238E27FC236}">
                      <a16:creationId xmlns:a16="http://schemas.microsoft.com/office/drawing/2014/main" xmlns="" id="{B046075F-5BEE-44FA-9C3A-DAC8FC8D8085}"/>
                    </a:ext>
                  </a:extLst>
                </p:cNvPr>
                <p:cNvSpPr/>
                <p:nvPr/>
              </p:nvSpPr>
              <p:spPr bwMode="auto">
                <a:xfrm>
                  <a:off x="7442201" y="2397125"/>
                  <a:ext cx="246063" cy="24765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8" name="TextBox 27"/>
              <p:cNvSpPr txBox="1"/>
              <p:nvPr/>
            </p:nvSpPr>
            <p:spPr>
              <a:xfrm>
                <a:off x="1402674" y="1797782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案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638763" y="2083455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例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481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17713" y="5921828"/>
            <a:ext cx="5254171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/>
          <p:cNvSpPr/>
          <p:nvPr/>
        </p:nvSpPr>
        <p:spPr>
          <a:xfrm>
            <a:off x="217713" y="5308980"/>
            <a:ext cx="3496212" cy="5795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輸入客制資料表訊息，並啟用。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872" y="5068568"/>
            <a:ext cx="5334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504"/>
            <a:ext cx="9180000" cy="24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72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393321" y="1761612"/>
            <a:ext cx="6545993" cy="1119904"/>
            <a:chOff x="1204685" y="1650591"/>
            <a:chExt cx="6545993" cy="1119904"/>
          </a:xfrm>
        </p:grpSpPr>
        <p:grpSp>
          <p:nvGrpSpPr>
            <p:cNvPr id="4" name="组合 3"/>
            <p:cNvGrpSpPr/>
            <p:nvPr/>
          </p:nvGrpSpPr>
          <p:grpSpPr>
            <a:xfrm>
              <a:off x="1393321" y="1842447"/>
              <a:ext cx="6357357" cy="928048"/>
              <a:chOff x="1393321" y="1842447"/>
              <a:chExt cx="6357357" cy="928048"/>
            </a:xfrm>
          </p:grpSpPr>
          <p:sp>
            <p:nvSpPr>
              <p:cNvPr id="11" name="对角圆角矩形 10"/>
              <p:cNvSpPr/>
              <p:nvPr/>
            </p:nvSpPr>
            <p:spPr>
              <a:xfrm>
                <a:off x="1393321" y="1842447"/>
                <a:ext cx="6357357" cy="928048"/>
              </a:xfrm>
              <a:prstGeom prst="round2Diag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066198" y="2085230"/>
                <a:ext cx="2492991" cy="400110"/>
              </a:xfrm>
              <a:prstGeom prst="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b="1" dirty="0" smtClean="0">
                    <a:solidFill>
                      <a:schemeClr val="bg1"/>
                    </a:solidFill>
                  </a:rPr>
                  <a:t>停用資料表 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ACPMA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204685" y="1650591"/>
              <a:ext cx="1064921" cy="1005101"/>
              <a:chOff x="1204685" y="1650591"/>
              <a:chExt cx="1064921" cy="1005101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204685" y="1650591"/>
                <a:ext cx="1064921" cy="1005101"/>
                <a:chOff x="7162801" y="2301875"/>
                <a:chExt cx="1512888" cy="1409700"/>
              </a:xfrm>
            </p:grpSpPr>
            <p:sp>
              <p:nvSpPr>
                <p:cNvPr id="9" name="ïşḻîḑè">
                  <a:extLst>
                    <a:ext uri="{FF2B5EF4-FFF2-40B4-BE49-F238E27FC236}">
                      <a16:creationId xmlns:a16="http://schemas.microsoft.com/office/drawing/2014/main" xmlns="" id="{692EB030-2193-4E8D-9681-20FBFCDD7CD6}"/>
                    </a:ext>
                  </a:extLst>
                </p:cNvPr>
                <p:cNvSpPr/>
                <p:nvPr/>
              </p:nvSpPr>
              <p:spPr bwMode="auto">
                <a:xfrm>
                  <a:off x="7162801" y="2301875"/>
                  <a:ext cx="1512888" cy="1409700"/>
                </a:xfrm>
                <a:custGeom>
                  <a:avLst/>
                  <a:gdLst>
                    <a:gd name="T0" fmla="*/ 23 w 190"/>
                    <a:gd name="T1" fmla="*/ 17 h 177"/>
                    <a:gd name="T2" fmla="*/ 4 w 190"/>
                    <a:gd name="T3" fmla="*/ 58 h 177"/>
                    <a:gd name="T4" fmla="*/ 9 w 190"/>
                    <a:gd name="T5" fmla="*/ 89 h 177"/>
                    <a:gd name="T6" fmla="*/ 76 w 190"/>
                    <a:gd name="T7" fmla="*/ 164 h 177"/>
                    <a:gd name="T8" fmla="*/ 114 w 190"/>
                    <a:gd name="T9" fmla="*/ 169 h 177"/>
                    <a:gd name="T10" fmla="*/ 173 w 190"/>
                    <a:gd name="T11" fmla="*/ 127 h 177"/>
                    <a:gd name="T12" fmla="*/ 178 w 190"/>
                    <a:gd name="T13" fmla="*/ 84 h 177"/>
                    <a:gd name="T14" fmla="*/ 107 w 190"/>
                    <a:gd name="T15" fmla="*/ 9 h 177"/>
                    <a:gd name="T16" fmla="*/ 86 w 190"/>
                    <a:gd name="T17" fmla="*/ 0 h 177"/>
                    <a:gd name="T18" fmla="*/ 49 w 190"/>
                    <a:gd name="T19" fmla="*/ 0 h 177"/>
                    <a:gd name="T20" fmla="*/ 23 w 190"/>
                    <a:gd name="T21" fmla="*/ 17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0" h="177">
                      <a:moveTo>
                        <a:pt x="23" y="17"/>
                      </a:move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0" y="69"/>
                        <a:pt x="1" y="81"/>
                        <a:pt x="9" y="89"/>
                      </a:cubicBezTo>
                      <a:cubicBezTo>
                        <a:pt x="76" y="164"/>
                        <a:pt x="76" y="164"/>
                        <a:pt x="76" y="164"/>
                      </a:cubicBezTo>
                      <a:cubicBezTo>
                        <a:pt x="86" y="175"/>
                        <a:pt x="102" y="177"/>
                        <a:pt x="114" y="169"/>
                      </a:cubicBezTo>
                      <a:cubicBezTo>
                        <a:pt x="173" y="127"/>
                        <a:pt x="173" y="127"/>
                        <a:pt x="173" y="127"/>
                      </a:cubicBezTo>
                      <a:cubicBezTo>
                        <a:pt x="188" y="117"/>
                        <a:pt x="190" y="97"/>
                        <a:pt x="178" y="84"/>
                      </a:cubicBezTo>
                      <a:cubicBezTo>
                        <a:pt x="107" y="9"/>
                        <a:pt x="107" y="9"/>
                        <a:pt x="107" y="9"/>
                      </a:cubicBezTo>
                      <a:cubicBezTo>
                        <a:pt x="102" y="3"/>
                        <a:pt x="94" y="0"/>
                        <a:pt x="86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7" y="0"/>
                        <a:pt x="27" y="6"/>
                        <a:pt x="23" y="17"/>
                      </a:cubicBezTo>
                      <a:close/>
                    </a:path>
                  </a:pathLst>
                </a:custGeom>
                <a:solidFill>
                  <a:srgbClr val="FF61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is1ídè">
                  <a:extLst>
                    <a:ext uri="{FF2B5EF4-FFF2-40B4-BE49-F238E27FC236}">
                      <a16:creationId xmlns:a16="http://schemas.microsoft.com/office/drawing/2014/main" xmlns="" id="{B046075F-5BEE-44FA-9C3A-DAC8FC8D8085}"/>
                    </a:ext>
                  </a:extLst>
                </p:cNvPr>
                <p:cNvSpPr/>
                <p:nvPr/>
              </p:nvSpPr>
              <p:spPr bwMode="auto">
                <a:xfrm>
                  <a:off x="7442201" y="2397125"/>
                  <a:ext cx="246063" cy="24765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1402674" y="1797782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案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38763" y="2083455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例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" name="矩形 12"/>
          <p:cNvSpPr/>
          <p:nvPr/>
        </p:nvSpPr>
        <p:spPr>
          <a:xfrm>
            <a:off x="1712675" y="580571"/>
            <a:ext cx="216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70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702628" y="1451428"/>
            <a:ext cx="6840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8"/>
          <a:stretch/>
        </p:blipFill>
        <p:spPr bwMode="auto">
          <a:xfrm>
            <a:off x="7794170" y="0"/>
            <a:ext cx="134982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圆角矩形 15"/>
          <p:cNvSpPr/>
          <p:nvPr/>
        </p:nvSpPr>
        <p:spPr>
          <a:xfrm>
            <a:off x="1116732" y="1504244"/>
            <a:ext cx="3496212" cy="5795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選中</a:t>
            </a:r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ACPMA, 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設置啟用</a:t>
            </a:r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=N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186" y="1289653"/>
            <a:ext cx="5334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504"/>
            <a:ext cx="9180000" cy="24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1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56"/>
          <a:stretch/>
        </p:blipFill>
        <p:spPr bwMode="auto">
          <a:xfrm>
            <a:off x="7823200" y="0"/>
            <a:ext cx="1320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/>
          <p:cNvSpPr/>
          <p:nvPr/>
        </p:nvSpPr>
        <p:spPr>
          <a:xfrm>
            <a:off x="2879678" y="533128"/>
            <a:ext cx="6264321" cy="1077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不需記錄軌跡異動的</a:t>
            </a:r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ERP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作業，減少軌跡異動記錄容量；</a:t>
            </a:r>
            <a:endParaRPr lang="zh-TW" altLang="zh-CN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由系統自動匯入，可調整；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可新增客制程式。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2764" y="533128"/>
            <a:ext cx="859809" cy="3676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483296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87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97978" y="1206293"/>
            <a:ext cx="3125794" cy="1086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62"/>
          <a:stretch/>
        </p:blipFill>
        <p:spPr bwMode="auto">
          <a:xfrm>
            <a:off x="7750628" y="0"/>
            <a:ext cx="139337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/>
          <p:cNvSpPr/>
          <p:nvPr/>
        </p:nvSpPr>
        <p:spPr>
          <a:xfrm>
            <a:off x="192839" y="2364365"/>
            <a:ext cx="3875963" cy="5386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建立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可查詢資料軌跡的使用者帳號</a:t>
            </a:r>
            <a:endParaRPr lang="zh-CN" altLang="en-US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216" y="2464868"/>
            <a:ext cx="352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3627873" y="1206293"/>
            <a:ext cx="4252686" cy="2554516"/>
            <a:chOff x="2130820" y="3263491"/>
            <a:chExt cx="4252686" cy="2554516"/>
          </a:xfrm>
        </p:grpSpPr>
        <p:pic>
          <p:nvPicPr>
            <p:cNvPr id="8195" name="Picture 3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22" t="32169" r="21270" b="30582"/>
            <a:stretch/>
          </p:blipFill>
          <p:spPr bwMode="auto">
            <a:xfrm>
              <a:off x="2130820" y="3263491"/>
              <a:ext cx="4252686" cy="25545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918" y="3453904"/>
              <a:ext cx="352425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" name="曲线连接符 8"/>
          <p:cNvCxnSpPr>
            <a:stCxn id="6" idx="0"/>
            <a:endCxn id="8195" idx="0"/>
          </p:cNvCxnSpPr>
          <p:nvPr/>
        </p:nvCxnSpPr>
        <p:spPr>
          <a:xfrm rot="5400000" flipH="1" flipV="1">
            <a:off x="3757545" y="-790377"/>
            <a:ext cx="12700" cy="3993341"/>
          </a:xfrm>
          <a:prstGeom prst="curvedConnector3">
            <a:avLst>
              <a:gd name="adj1" fmla="val 1800000"/>
            </a:avLst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345" y="5612400"/>
            <a:ext cx="17716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754216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626" y="5848711"/>
            <a:ext cx="18764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504"/>
            <a:ext cx="9180000" cy="24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680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62"/>
            <a:stretch/>
          </p:blipFill>
          <p:spPr bwMode="auto">
            <a:xfrm>
              <a:off x="7750628" y="0"/>
              <a:ext cx="1393371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组合 1"/>
          <p:cNvGrpSpPr/>
          <p:nvPr/>
        </p:nvGrpSpPr>
        <p:grpSpPr>
          <a:xfrm>
            <a:off x="3895587" y="857467"/>
            <a:ext cx="4833257" cy="5353524"/>
            <a:chOff x="4310743" y="596901"/>
            <a:chExt cx="4833257" cy="5353524"/>
          </a:xfrm>
        </p:grpSpPr>
        <p:pic>
          <p:nvPicPr>
            <p:cNvPr id="21508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143" b="21937"/>
            <a:stretch/>
          </p:blipFill>
          <p:spPr bwMode="auto">
            <a:xfrm>
              <a:off x="4310743" y="596901"/>
              <a:ext cx="4833257" cy="53535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4339771" y="860569"/>
              <a:ext cx="2232000" cy="3358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039807" y="2313007"/>
            <a:ext cx="2008193" cy="880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001486" y="3222172"/>
            <a:ext cx="2423885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勾選可查詢的公司別</a:t>
            </a:r>
            <a:endParaRPr lang="en-US" altLang="zh-TW" dirty="0">
              <a:solidFill>
                <a:schemeClr val="tx1"/>
              </a:solidFill>
            </a:endParaRPr>
          </a:p>
        </p:txBody>
      </p:sp>
      <p:cxnSp>
        <p:nvCxnSpPr>
          <p:cNvPr id="7" name="曲线连接符 6"/>
          <p:cNvCxnSpPr>
            <a:stCxn id="3" idx="3"/>
            <a:endCxn id="6" idx="1"/>
          </p:cNvCxnSpPr>
          <p:nvPr/>
        </p:nvCxnSpPr>
        <p:spPr>
          <a:xfrm flipV="1">
            <a:off x="3048000" y="1289060"/>
            <a:ext cx="876615" cy="1464015"/>
          </a:xfrm>
          <a:prstGeom prst="curvedConnector3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5754216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504"/>
            <a:ext cx="9180000" cy="24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223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302"/>
            <a:stretch/>
          </p:blipFill>
          <p:spPr bwMode="auto">
            <a:xfrm>
              <a:off x="7982856" y="0"/>
              <a:ext cx="11611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/>
        </p:nvSpPr>
        <p:spPr>
          <a:xfrm>
            <a:off x="197979" y="1093807"/>
            <a:ext cx="3691850" cy="5753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7" y="0"/>
            <a:ext cx="7200000" cy="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966" y="3823835"/>
            <a:ext cx="523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052" y="5456692"/>
            <a:ext cx="523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376" y="6129564"/>
            <a:ext cx="156210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906" y="5946322"/>
            <a:ext cx="1781175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7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1" y="0"/>
            <a:ext cx="9144001" cy="6858000"/>
            <a:chOff x="-1" y="0"/>
            <a:chExt cx="9144001" cy="6858000"/>
          </a:xfrm>
        </p:grpSpPr>
        <p:pic>
          <p:nvPicPr>
            <p:cNvPr id="3" name="Picture 2"/>
            <p:cNvPicPr>
              <a:picLocks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847"/>
            <a:stretch/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19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42" y="1193348"/>
              <a:ext cx="8712000" cy="1694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0"/>
              <a:ext cx="9144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3410999" y="3411000"/>
              <a:ext cx="6858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697000" y="3411000"/>
              <a:ext cx="6858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0885" y="174212"/>
              <a:ext cx="396000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矩形 8"/>
          <p:cNvSpPr/>
          <p:nvPr/>
        </p:nvSpPr>
        <p:spPr>
          <a:xfrm>
            <a:off x="4525860" y="255400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257234" y="591184"/>
            <a:ext cx="3425589" cy="5386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設定需記錄軌跡異動的公司別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88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1" y="0"/>
            <a:ext cx="9144001" cy="6858000"/>
            <a:chOff x="-1" y="0"/>
            <a:chExt cx="9144001" cy="6858000"/>
          </a:xfrm>
        </p:grpSpPr>
        <p:pic>
          <p:nvPicPr>
            <p:cNvPr id="16" name="Picture 2"/>
            <p:cNvPicPr>
              <a:picLocks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847"/>
            <a:stretch/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42" y="1193348"/>
              <a:ext cx="8712000" cy="1694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0"/>
              <a:ext cx="9144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3410999" y="3411000"/>
              <a:ext cx="6858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697000" y="3411000"/>
              <a:ext cx="6858000" cy="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6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0885" y="174212"/>
              <a:ext cx="396000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矩形 2"/>
          <p:cNvSpPr/>
          <p:nvPr/>
        </p:nvSpPr>
        <p:spPr>
          <a:xfrm>
            <a:off x="2873829" y="631008"/>
            <a:ext cx="696686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25860" y="255400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923550" y="835438"/>
            <a:ext cx="1530229" cy="397083"/>
            <a:chOff x="979848" y="1364776"/>
            <a:chExt cx="1530229" cy="397083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42" t="10882" r="73439" b="83398"/>
            <a:stretch/>
          </p:blipFill>
          <p:spPr bwMode="auto">
            <a:xfrm>
              <a:off x="1007984" y="1364776"/>
              <a:ext cx="1473958" cy="3922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979848" y="1365859"/>
              <a:ext cx="1530229" cy="396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75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05442" y="1139444"/>
            <a:ext cx="8706546" cy="12625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728944" y="1556411"/>
            <a:ext cx="2984617" cy="4661764"/>
            <a:chOff x="5728944" y="1556411"/>
            <a:chExt cx="2984617" cy="4661764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8944" y="1556411"/>
              <a:ext cx="3810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1344" y="3036641"/>
              <a:ext cx="3810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411" y="6037200"/>
              <a:ext cx="12001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61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73682" y="1712651"/>
            <a:ext cx="1296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15283" y="1631513"/>
            <a:ext cx="2498546" cy="661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728944" y="1556411"/>
            <a:ext cx="2984617" cy="4661764"/>
            <a:chOff x="5728944" y="1556411"/>
            <a:chExt cx="2984617" cy="4661764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8944" y="1556411"/>
              <a:ext cx="3810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1344" y="3036641"/>
              <a:ext cx="3810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411" y="6037200"/>
              <a:ext cx="12001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05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889226" y="3199056"/>
            <a:ext cx="64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66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3939289"/>
            <a:ext cx="9144000" cy="2519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170944" y="3214687"/>
            <a:ext cx="3542617" cy="3003488"/>
            <a:chOff x="5170944" y="3214687"/>
            <a:chExt cx="3542617" cy="3003488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0944" y="3214687"/>
              <a:ext cx="3810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411" y="6037200"/>
              <a:ext cx="120015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24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9" y="1828760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220682"/>
              </p:ext>
            </p:extLst>
          </p:nvPr>
        </p:nvGraphicFramePr>
        <p:xfrm>
          <a:off x="3583560" y="4242509"/>
          <a:ext cx="1587384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3692"/>
                <a:gridCol w="7936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新增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修改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刪除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3222171" y="4264522"/>
            <a:ext cx="123371" cy="934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81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15283" y="1631513"/>
            <a:ext cx="2846888" cy="661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3939289"/>
            <a:ext cx="9144000" cy="2519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9" y="1828760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37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30141" y="1167055"/>
            <a:ext cx="8667116" cy="12132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30141" y="2436123"/>
            <a:ext cx="2919459" cy="5386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DEMO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資料庫啟用成功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9" y="1828760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47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2570" y="580837"/>
            <a:ext cx="1248230" cy="5210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364342" y="609213"/>
            <a:ext cx="2919459" cy="5386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顯示已啟用的軌跡資料庫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85" y="2757393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0" cy="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696999" y="3411000"/>
            <a:ext cx="6858000" cy="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411000" y="3411000"/>
            <a:ext cx="6858000" cy="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24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608998" y="1747627"/>
            <a:ext cx="1279345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9" y="1828760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75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902857" y="543924"/>
            <a:ext cx="696686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2570" y="524763"/>
            <a:ext cx="2409373" cy="2711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25"/>
          <a:stretch/>
        </p:blipFill>
        <p:spPr bwMode="auto">
          <a:xfrm>
            <a:off x="7939314" y="0"/>
            <a:ext cx="120468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6306457"/>
            <a:ext cx="2038350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1598192" y="2468799"/>
            <a:ext cx="6152540" cy="9852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9" name="组合 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1651702" y="2630428"/>
            <a:ext cx="665162" cy="664197"/>
            <a:chOff x="3906838" y="1244601"/>
            <a:chExt cx="4376738" cy="4370387"/>
          </a:xfrm>
        </p:grpSpPr>
        <p:sp>
          <p:nvSpPr>
            <p:cNvPr id="10" name="íṣḻíḓè">
              <a:extLst>
                <a:ext uri="{FF2B5EF4-FFF2-40B4-BE49-F238E27FC236}">
                  <a16:creationId xmlns:a16="http://schemas.microsoft.com/office/drawing/2014/main" xmlns="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îṧ1iḍè">
              <a:extLst>
                <a:ext uri="{FF2B5EF4-FFF2-40B4-BE49-F238E27FC236}">
                  <a16:creationId xmlns:a16="http://schemas.microsoft.com/office/drawing/2014/main" xmlns="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ḻiḑe">
              <a:extLst>
                <a:ext uri="{FF2B5EF4-FFF2-40B4-BE49-F238E27FC236}">
                  <a16:creationId xmlns:a16="http://schemas.microsoft.com/office/drawing/2014/main" xmlns="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$ľïdé">
              <a:extLst>
                <a:ext uri="{FF2B5EF4-FFF2-40B4-BE49-F238E27FC236}">
                  <a16:creationId xmlns:a16="http://schemas.microsoft.com/office/drawing/2014/main" xmlns="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ṣḷïdé">
              <a:extLst>
                <a:ext uri="{FF2B5EF4-FFF2-40B4-BE49-F238E27FC236}">
                  <a16:creationId xmlns:a16="http://schemas.microsoft.com/office/drawing/2014/main" xmlns="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$ḻiḋe">
              <a:extLst>
                <a:ext uri="{FF2B5EF4-FFF2-40B4-BE49-F238E27FC236}">
                  <a16:creationId xmlns:a16="http://schemas.microsoft.com/office/drawing/2014/main" xmlns="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şľîḍè">
              <a:extLst>
                <a:ext uri="{FF2B5EF4-FFF2-40B4-BE49-F238E27FC236}">
                  <a16:creationId xmlns:a16="http://schemas.microsoft.com/office/drawing/2014/main" xmlns="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Sḻïďê">
              <a:extLst>
                <a:ext uri="{FF2B5EF4-FFF2-40B4-BE49-F238E27FC236}">
                  <a16:creationId xmlns:a16="http://schemas.microsoft.com/office/drawing/2014/main" xmlns="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lîḑê">
              <a:extLst>
                <a:ext uri="{FF2B5EF4-FFF2-40B4-BE49-F238E27FC236}">
                  <a16:creationId xmlns:a16="http://schemas.microsoft.com/office/drawing/2014/main" xmlns="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ṥľíḋe">
              <a:extLst>
                <a:ext uri="{FF2B5EF4-FFF2-40B4-BE49-F238E27FC236}">
                  <a16:creationId xmlns:a16="http://schemas.microsoft.com/office/drawing/2014/main" xmlns="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ṣļîde">
              <a:extLst>
                <a:ext uri="{FF2B5EF4-FFF2-40B4-BE49-F238E27FC236}">
                  <a16:creationId xmlns:a16="http://schemas.microsoft.com/office/drawing/2014/main" xmlns="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ślîḑé">
              <a:extLst>
                <a:ext uri="{FF2B5EF4-FFF2-40B4-BE49-F238E27FC236}">
                  <a16:creationId xmlns:a16="http://schemas.microsoft.com/office/drawing/2014/main" xmlns="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ṣḷiḓe">
              <a:extLst>
                <a:ext uri="{FF2B5EF4-FFF2-40B4-BE49-F238E27FC236}">
                  <a16:creationId xmlns:a16="http://schemas.microsoft.com/office/drawing/2014/main" xmlns="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$ḷïḓe">
              <a:extLst>
                <a:ext uri="{FF2B5EF4-FFF2-40B4-BE49-F238E27FC236}">
                  <a16:creationId xmlns:a16="http://schemas.microsoft.com/office/drawing/2014/main" xmlns="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" name="矩形 23"/>
          <p:cNvSpPr/>
          <p:nvPr/>
        </p:nvSpPr>
        <p:spPr>
          <a:xfrm>
            <a:off x="2522446" y="2537531"/>
            <a:ext cx="357020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啟用多個資料庫，</a:t>
            </a:r>
            <a:endParaRPr lang="en-US" altLang="zh-CN" sz="2400" b="1" dirty="0" smtClean="0">
              <a:solidFill>
                <a:schemeClr val="bg1"/>
              </a:solidFill>
            </a:endParaRPr>
          </a:p>
          <a:p>
            <a:r>
              <a:rPr lang="zh-CN" altLang="en-US" sz="2400" b="1" dirty="0" smtClean="0">
                <a:solidFill>
                  <a:schemeClr val="bg1"/>
                </a:solidFill>
              </a:rPr>
              <a:t>需一個一個加入再啟用！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12944" y="197344"/>
            <a:ext cx="1116000" cy="290287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411" y="6037200"/>
            <a:ext cx="12001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78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62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8">
            <a:extLst>
              <a:ext uri="{FF2B5EF4-FFF2-40B4-BE49-F238E27FC236}">
                <a16:creationId xmlns="" xmlns:p14="http://schemas.microsoft.com/office/powerpoint/2010/main"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51891" y="16013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rgbClr val="030157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03804" y="1649676"/>
            <a:ext cx="6340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/>
              <a:t>資料軌跡同步排程服務中心</a:t>
            </a:r>
            <a:endParaRPr lang="zh-CN" altLang="en-US" sz="4000" b="1" dirty="0"/>
          </a:p>
        </p:txBody>
      </p:sp>
      <p:grpSp>
        <p:nvGrpSpPr>
          <p:cNvPr id="16" name="组合 15"/>
          <p:cNvGrpSpPr/>
          <p:nvPr/>
        </p:nvGrpSpPr>
        <p:grpSpPr>
          <a:xfrm rot="5400000" flipH="1">
            <a:off x="-533084" y="1263898"/>
            <a:ext cx="1775060" cy="708892"/>
            <a:chOff x="7560127" y="6132304"/>
            <a:chExt cx="1775060" cy="708892"/>
          </a:xfrm>
        </p:grpSpPr>
        <p:sp>
          <p:nvSpPr>
            <p:cNvPr id="17" name="等腰三角形 16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rot="5400000" flipH="1">
            <a:off x="-516280" y="1583524"/>
            <a:ext cx="1775060" cy="708892"/>
            <a:chOff x="7560127" y="6132304"/>
            <a:chExt cx="1775060" cy="708892"/>
          </a:xfrm>
        </p:grpSpPr>
        <p:sp>
          <p:nvSpPr>
            <p:cNvPr id="20" name="等腰三角形 19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-363880" y="1735924"/>
            <a:ext cx="1775060" cy="708892"/>
            <a:chOff x="7560127" y="6132304"/>
            <a:chExt cx="1775060" cy="708892"/>
          </a:xfrm>
        </p:grpSpPr>
        <p:sp>
          <p:nvSpPr>
            <p:cNvPr id="23" name="等腰三角形 22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5400000" flipH="1">
            <a:off x="-211480" y="1888324"/>
            <a:ext cx="1775060" cy="708892"/>
            <a:chOff x="7560127" y="6132304"/>
            <a:chExt cx="1775060" cy="708892"/>
          </a:xfrm>
        </p:grpSpPr>
        <p:sp>
          <p:nvSpPr>
            <p:cNvPr id="26" name="等腰三角形 25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390304" y="2196991"/>
            <a:ext cx="4753696" cy="4661010"/>
            <a:chOff x="4390304" y="2196991"/>
            <a:chExt cx="4753696" cy="4661010"/>
          </a:xfrm>
        </p:grpSpPr>
        <p:sp>
          <p:nvSpPr>
            <p:cNvPr id="29" name="任意多边形: 形状 11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2E52857-1901-43CE-BFA3-B2116F93EA80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>
              <a:off x="4740841" y="2196991"/>
              <a:ext cx="4403159" cy="4661010"/>
            </a:xfrm>
            <a:custGeom>
              <a:avLst/>
              <a:gdLst>
                <a:gd name="connsiteX0" fmla="*/ 6468068 w 6478609"/>
                <a:gd name="connsiteY0" fmla="*/ 3674209 h 6858000"/>
                <a:gd name="connsiteX1" fmla="*/ 6478609 w 6478609"/>
                <a:gd name="connsiteY1" fmla="*/ 6858000 h 6858000"/>
                <a:gd name="connsiteX2" fmla="*/ 6418877 w 6478609"/>
                <a:gd name="connsiteY2" fmla="*/ 6847469 h 6858000"/>
                <a:gd name="connsiteX3" fmla="*/ 6316981 w 6478609"/>
                <a:gd name="connsiteY3" fmla="*/ 6780775 h 6858000"/>
                <a:gd name="connsiteX4" fmla="*/ 5009905 w 6478609"/>
                <a:gd name="connsiteY4" fmla="*/ 5474964 h 6858000"/>
                <a:gd name="connsiteX5" fmla="*/ 5009905 w 6478609"/>
                <a:gd name="connsiteY5" fmla="*/ 5050225 h 6858000"/>
                <a:gd name="connsiteX6" fmla="*/ 6309954 w 6478609"/>
                <a:gd name="connsiteY6" fmla="*/ 3751434 h 6858000"/>
                <a:gd name="connsiteX7" fmla="*/ 6408336 w 6478609"/>
                <a:gd name="connsiteY7" fmla="*/ 3684740 h 6858000"/>
                <a:gd name="connsiteX8" fmla="*/ 2028882 w 6478609"/>
                <a:gd name="connsiteY8" fmla="*/ 0 h 6858000"/>
                <a:gd name="connsiteX9" fmla="*/ 5254187 w 6478609"/>
                <a:gd name="connsiteY9" fmla="*/ 2486 h 6858000"/>
                <a:gd name="connsiteX10" fmla="*/ 5254188 w 6478609"/>
                <a:gd name="connsiteY10" fmla="*/ 2487 h 6858000"/>
                <a:gd name="connsiteX11" fmla="*/ 5253400 w 6478609"/>
                <a:gd name="connsiteY11" fmla="*/ 2486 h 6858000"/>
                <a:gd name="connsiteX12" fmla="*/ 2028883 w 6478609"/>
                <a:gd name="connsiteY12" fmla="*/ 1 h 6858000"/>
                <a:gd name="connsiteX13" fmla="*/ 199717 w 6478609"/>
                <a:gd name="connsiteY13" fmla="*/ 1827184 h 6858000"/>
                <a:gd name="connsiteX14" fmla="*/ 49931 w 6478609"/>
                <a:gd name="connsiteY14" fmla="*/ 2566214 h 6858000"/>
                <a:gd name="connsiteX15" fmla="*/ 112342 w 6478609"/>
                <a:gd name="connsiteY15" fmla="*/ 2684832 h 6858000"/>
                <a:gd name="connsiteX16" fmla="*/ 112341 w 6478609"/>
                <a:gd name="connsiteY16" fmla="*/ 2684831 h 6858000"/>
                <a:gd name="connsiteX17" fmla="*/ 199716 w 6478609"/>
                <a:gd name="connsiteY17" fmla="*/ 1827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78609" h="6858000">
                  <a:moveTo>
                    <a:pt x="6468068" y="3674209"/>
                  </a:moveTo>
                  <a:cubicBezTo>
                    <a:pt x="6478609" y="6858000"/>
                    <a:pt x="6478609" y="6858000"/>
                    <a:pt x="6478609" y="6858000"/>
                  </a:cubicBezTo>
                  <a:cubicBezTo>
                    <a:pt x="6418877" y="6847469"/>
                    <a:pt x="6418877" y="6847469"/>
                    <a:pt x="6418877" y="6847469"/>
                  </a:cubicBezTo>
                  <a:cubicBezTo>
                    <a:pt x="6380227" y="6833428"/>
                    <a:pt x="6348604" y="6812367"/>
                    <a:pt x="6316981" y="6780775"/>
                  </a:cubicBezTo>
                  <a:cubicBezTo>
                    <a:pt x="5009905" y="5474964"/>
                    <a:pt x="5009905" y="5474964"/>
                    <a:pt x="5009905" y="5474964"/>
                  </a:cubicBezTo>
                  <a:cubicBezTo>
                    <a:pt x="4893955" y="5355616"/>
                    <a:pt x="4890441" y="5166063"/>
                    <a:pt x="5009905" y="5050225"/>
                  </a:cubicBezTo>
                  <a:cubicBezTo>
                    <a:pt x="6309954" y="3751434"/>
                    <a:pt x="6309954" y="3751434"/>
                    <a:pt x="6309954" y="3751434"/>
                  </a:cubicBezTo>
                  <a:cubicBezTo>
                    <a:pt x="6338063" y="3719842"/>
                    <a:pt x="6373200" y="3698781"/>
                    <a:pt x="6408336" y="3684740"/>
                  </a:cubicBezTo>
                  <a:close/>
                  <a:moveTo>
                    <a:pt x="2028882" y="0"/>
                  </a:moveTo>
                  <a:cubicBezTo>
                    <a:pt x="5254187" y="2486"/>
                    <a:pt x="5254187" y="2486"/>
                    <a:pt x="5254187" y="2486"/>
                  </a:cubicBezTo>
                  <a:lnTo>
                    <a:pt x="5254188" y="2487"/>
                  </a:lnTo>
                  <a:lnTo>
                    <a:pt x="5253400" y="2486"/>
                  </a:lnTo>
                  <a:cubicBezTo>
                    <a:pt x="5241589" y="2477"/>
                    <a:pt x="5052606" y="2332"/>
                    <a:pt x="2028883" y="1"/>
                  </a:cubicBezTo>
                  <a:lnTo>
                    <a:pt x="199717" y="1827184"/>
                  </a:lnTo>
                  <a:cubicBezTo>
                    <a:pt x="2" y="2026683"/>
                    <a:pt x="-49927" y="2319871"/>
                    <a:pt x="49931" y="2566214"/>
                  </a:cubicBezTo>
                  <a:lnTo>
                    <a:pt x="112342" y="2684832"/>
                  </a:lnTo>
                  <a:lnTo>
                    <a:pt x="112341" y="2684831"/>
                  </a:lnTo>
                  <a:cubicBezTo>
                    <a:pt x="-62410" y="2420202"/>
                    <a:pt x="-33285" y="2059932"/>
                    <a:pt x="199716" y="182718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 6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8D781-2DD2-4F6B-A212-6A20D52AEF8F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 flipV="1">
              <a:off x="4390304" y="4315417"/>
              <a:ext cx="3659480" cy="2540214"/>
            </a:xfrm>
            <a:custGeom>
              <a:avLst/>
              <a:gdLst>
                <a:gd name="T0" fmla="*/ 790 w 1580"/>
                <a:gd name="T1" fmla="*/ 0 h 1098"/>
                <a:gd name="T2" fmla="*/ 893 w 1580"/>
                <a:gd name="T3" fmla="*/ 43 h 1098"/>
                <a:gd name="T4" fmla="*/ 1524 w 1580"/>
                <a:gd name="T5" fmla="*/ 673 h 1098"/>
                <a:gd name="T6" fmla="*/ 1524 w 1580"/>
                <a:gd name="T7" fmla="*/ 879 h 1098"/>
                <a:gd name="T8" fmla="*/ 1305 w 1580"/>
                <a:gd name="T9" fmla="*/ 1098 h 1098"/>
                <a:gd name="T10" fmla="*/ 276 w 1580"/>
                <a:gd name="T11" fmla="*/ 1097 h 1098"/>
                <a:gd name="T12" fmla="*/ 57 w 1580"/>
                <a:gd name="T13" fmla="*/ 878 h 1098"/>
                <a:gd name="T14" fmla="*/ 57 w 1580"/>
                <a:gd name="T15" fmla="*/ 673 h 1098"/>
                <a:gd name="T16" fmla="*/ 687 w 1580"/>
                <a:gd name="T17" fmla="*/ 43 h 1098"/>
                <a:gd name="T18" fmla="*/ 790 w 1580"/>
                <a:gd name="T19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0" h="1098">
                  <a:moveTo>
                    <a:pt x="790" y="0"/>
                  </a:moveTo>
                  <a:cubicBezTo>
                    <a:pt x="827" y="0"/>
                    <a:pt x="864" y="14"/>
                    <a:pt x="893" y="43"/>
                  </a:cubicBezTo>
                  <a:cubicBezTo>
                    <a:pt x="1524" y="673"/>
                    <a:pt x="1524" y="673"/>
                    <a:pt x="1524" y="673"/>
                  </a:cubicBezTo>
                  <a:cubicBezTo>
                    <a:pt x="1580" y="730"/>
                    <a:pt x="1580" y="822"/>
                    <a:pt x="1524" y="879"/>
                  </a:cubicBezTo>
                  <a:cubicBezTo>
                    <a:pt x="1305" y="1098"/>
                    <a:pt x="1305" y="1098"/>
                    <a:pt x="1305" y="1098"/>
                  </a:cubicBezTo>
                  <a:cubicBezTo>
                    <a:pt x="276" y="1097"/>
                    <a:pt x="276" y="1097"/>
                    <a:pt x="276" y="1097"/>
                  </a:cubicBezTo>
                  <a:cubicBezTo>
                    <a:pt x="57" y="878"/>
                    <a:pt x="57" y="878"/>
                    <a:pt x="57" y="878"/>
                  </a:cubicBezTo>
                  <a:cubicBezTo>
                    <a:pt x="0" y="821"/>
                    <a:pt x="0" y="729"/>
                    <a:pt x="57" y="673"/>
                  </a:cubicBezTo>
                  <a:cubicBezTo>
                    <a:pt x="687" y="43"/>
                    <a:pt x="687" y="43"/>
                    <a:pt x="687" y="43"/>
                  </a:cubicBezTo>
                  <a:cubicBezTo>
                    <a:pt x="716" y="14"/>
                    <a:pt x="753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rgbClr val="030157"/>
                </a:gs>
                <a:gs pos="100000">
                  <a:srgbClr val="1D25AA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任意多边形: 形状 13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3D20E5F-42EE-47CD-A07B-108C9BD4D2D4}"/>
                </a:ext>
              </a:extLst>
            </p:cNvPr>
            <p:cNvSpPr/>
            <p:nvPr userDrawn="1"/>
          </p:nvSpPr>
          <p:spPr>
            <a:xfrm flipH="1">
              <a:off x="4740841" y="2814428"/>
              <a:ext cx="4403157" cy="4043573"/>
            </a:xfrm>
            <a:custGeom>
              <a:avLst/>
              <a:gdLst>
                <a:gd name="connsiteX0" fmla="*/ 2834585 w 6478607"/>
                <a:gd name="connsiteY0" fmla="*/ 0 h 5949531"/>
                <a:gd name="connsiteX1" fmla="*/ 3317385 w 6478607"/>
                <a:gd name="connsiteY1" fmla="*/ 199498 h 5949531"/>
                <a:gd name="connsiteX2" fmla="*/ 6278892 w 6478607"/>
                <a:gd name="connsiteY2" fmla="*/ 3157794 h 5949531"/>
                <a:gd name="connsiteX3" fmla="*/ 6278892 w 6478607"/>
                <a:gd name="connsiteY3" fmla="*/ 4122348 h 5949531"/>
                <a:gd name="connsiteX4" fmla="*/ 4449726 w 6478607"/>
                <a:gd name="connsiteY4" fmla="*/ 5949531 h 5949531"/>
                <a:gd name="connsiteX5" fmla="*/ 1224421 w 6478607"/>
                <a:gd name="connsiteY5" fmla="*/ 5947045 h 5949531"/>
                <a:gd name="connsiteX6" fmla="*/ 0 w 6478607"/>
                <a:gd name="connsiteY6" fmla="*/ 4723951 h 5949531"/>
                <a:gd name="connsiteX7" fmla="*/ 0 w 6478607"/>
                <a:gd name="connsiteY7" fmla="*/ 2548733 h 5949531"/>
                <a:gd name="connsiteX8" fmla="*/ 2351785 w 6478607"/>
                <a:gd name="connsiteY8" fmla="*/ 199498 h 5949531"/>
                <a:gd name="connsiteX9" fmla="*/ 2834585 w 6478607"/>
                <a:gd name="connsiteY9" fmla="*/ 0 h 59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8607" h="5949531">
                  <a:moveTo>
                    <a:pt x="2834585" y="0"/>
                  </a:moveTo>
                  <a:cubicBezTo>
                    <a:pt x="3009414" y="0"/>
                    <a:pt x="3184242" y="66499"/>
                    <a:pt x="3317385" y="199498"/>
                  </a:cubicBezTo>
                  <a:cubicBezTo>
                    <a:pt x="6278892" y="3157794"/>
                    <a:pt x="6278892" y="3157794"/>
                    <a:pt x="6278892" y="3157794"/>
                  </a:cubicBezTo>
                  <a:cubicBezTo>
                    <a:pt x="6545179" y="3423793"/>
                    <a:pt x="6545179" y="3856350"/>
                    <a:pt x="6278892" y="4122348"/>
                  </a:cubicBezTo>
                  <a:lnTo>
                    <a:pt x="4449726" y="5949531"/>
                  </a:lnTo>
                  <a:cubicBezTo>
                    <a:pt x="1224421" y="5947045"/>
                    <a:pt x="1224421" y="5947045"/>
                    <a:pt x="1224421" y="5947045"/>
                  </a:cubicBezTo>
                  <a:cubicBezTo>
                    <a:pt x="0" y="4723951"/>
                    <a:pt x="0" y="4723951"/>
                    <a:pt x="0" y="4723951"/>
                  </a:cubicBezTo>
                  <a:cubicBezTo>
                    <a:pt x="0" y="2548733"/>
                    <a:pt x="0" y="2548733"/>
                    <a:pt x="0" y="2548733"/>
                  </a:cubicBezTo>
                  <a:cubicBezTo>
                    <a:pt x="2351785" y="199498"/>
                    <a:pt x="2351785" y="199498"/>
                    <a:pt x="2351785" y="199498"/>
                  </a:cubicBezTo>
                  <a:cubicBezTo>
                    <a:pt x="2484928" y="66499"/>
                    <a:pt x="2659757" y="0"/>
                    <a:pt x="2834585" y="0"/>
                  </a:cubicBezTo>
                  <a:close/>
                </a:path>
              </a:pathLst>
            </a:custGeom>
            <a:blipFill>
              <a:blip r:embed="rId2">
                <a:duotone>
                  <a:srgbClr val="423FA5">
                    <a:shade val="45000"/>
                    <a:satMod val="135000"/>
                  </a:srgbClr>
                  <a:prstClr val="white"/>
                </a:duotone>
              </a:blip>
              <a:stretch>
                <a:fillRect l="-18912" r="-1883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17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433014" y="2133231"/>
            <a:ext cx="7315200" cy="1974326"/>
          </a:xfrm>
          <a:prstGeom prst="rect">
            <a:avLst/>
          </a:prstGeom>
          <a:solidFill>
            <a:schemeClr val="bg1"/>
          </a:solidFill>
          <a:ln w="28575">
            <a:solidFill>
              <a:srgbClr val="DDDDDD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83657" y="1828806"/>
            <a:ext cx="2220686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31029" y="2496274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 smtClean="0">
                <a:ea typeface="微軟正黑體" panose="020B0604030504040204" pitchFamily="34" charset="-120"/>
              </a:rPr>
              <a:t>將</a:t>
            </a:r>
            <a:r>
              <a:rPr lang="zh-TW" altLang="en-US" sz="2000" b="1" dirty="0">
                <a:ea typeface="微軟正黑體" panose="020B0604030504040204" pitchFamily="34" charset="-120"/>
              </a:rPr>
              <a:t>軌跡中繼資料寫入</a:t>
            </a:r>
            <a:r>
              <a:rPr lang="en-US" altLang="zh-TW" sz="2000" b="1" dirty="0" err="1">
                <a:ea typeface="微軟正黑體" panose="020B0604030504040204" pitchFamily="34" charset="-120"/>
              </a:rPr>
              <a:t>MariaDB</a:t>
            </a:r>
            <a:endParaRPr lang="en-US" altLang="zh-TW" sz="2000" b="1" dirty="0">
              <a:ea typeface="微軟正黑體" panose="020B0604030504040204" pitchFamily="34" charset="-120"/>
            </a:endParaRPr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>
                <a:ea typeface="微軟正黑體" panose="020B0604030504040204" pitchFamily="34" charset="-120"/>
              </a:rPr>
              <a:t>隨作業系統啟動</a:t>
            </a:r>
            <a:endParaRPr lang="en-US" altLang="zh-TW" sz="2000" b="1" dirty="0">
              <a:ea typeface="微軟正黑體" panose="020B0604030504040204" pitchFamily="34" charset="-120"/>
            </a:endParaRPr>
          </a:p>
          <a:p>
            <a:pPr marL="742950" lvl="1" indent="-285750">
              <a:buFont typeface="Wingdings" panose="05000000000000000000" charset="0"/>
              <a:buChar char="ü"/>
            </a:pPr>
            <a:r>
              <a:rPr lang="zh-TW" altLang="en-US" sz="2000" b="1" dirty="0">
                <a:ea typeface="微軟正黑體" panose="020B0604030504040204" pitchFamily="34" charset="-120"/>
              </a:rPr>
              <a:t>點擊關閉時縮小於工作</a:t>
            </a:r>
            <a:r>
              <a:rPr lang="zh-TW" altLang="en-US" sz="2000" b="1" dirty="0" smtClean="0">
                <a:ea typeface="微軟正黑體" panose="020B0604030504040204" pitchFamily="34" charset="-120"/>
              </a:rPr>
              <a:t>列</a:t>
            </a:r>
            <a:endParaRPr lang="zh-TW" altLang="zh-CN" sz="2000" b="1" dirty="0"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17459" y="3484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effectLst>
                  <a:glow rad="101600">
                    <a:schemeClr val="tx1"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作業目的</a:t>
            </a:r>
            <a:endParaRPr lang="zh-TW" altLang="en-US" b="1" dirty="0">
              <a:effectLst>
                <a:glow rad="101600">
                  <a:schemeClr val="tx1"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a16="http://schemas.microsoft.com/office/drawing/2014/main" id="{D1495BDA-AB00-4DD8-AF52-D8B288CD93A8}"/>
              </a:ext>
            </a:extLst>
          </p:cNvPr>
          <p:cNvGrpSpPr>
            <a:grpSpLocks noChangeAspect="1"/>
          </p:cNvGrpSpPr>
          <p:nvPr/>
        </p:nvGrpSpPr>
        <p:grpSpPr>
          <a:xfrm>
            <a:off x="1946102" y="2231335"/>
            <a:ext cx="1246311" cy="1252690"/>
            <a:chOff x="3655743" y="1238130"/>
            <a:chExt cx="4880511" cy="4905491"/>
          </a:xfrm>
        </p:grpSpPr>
        <p:sp>
          <p:nvSpPr>
            <p:cNvPr id="18" name="iSľíḓé">
              <a:extLst>
                <a:ext uri="{FF2B5EF4-FFF2-40B4-BE49-F238E27FC236}">
                  <a16:creationId xmlns="" xmlns:a16="http://schemas.microsoft.com/office/drawing/2014/main" id="{41E249FD-80E2-4D79-8E25-866329909007}"/>
                </a:ext>
              </a:extLst>
            </p:cNvPr>
            <p:cNvSpPr/>
            <p:nvPr/>
          </p:nvSpPr>
          <p:spPr bwMode="auto">
            <a:xfrm>
              <a:off x="4523535" y="2135547"/>
              <a:ext cx="3095659" cy="3095659"/>
            </a:xfrm>
            <a:custGeom>
              <a:avLst/>
              <a:gdLst>
                <a:gd name="T0" fmla="*/ 596 w 1193"/>
                <a:gd name="T1" fmla="*/ 0 h 1194"/>
                <a:gd name="T2" fmla="*/ 0 w 1193"/>
                <a:gd name="T3" fmla="*/ 597 h 1194"/>
                <a:gd name="T4" fmla="*/ 596 w 1193"/>
                <a:gd name="T5" fmla="*/ 1194 h 1194"/>
                <a:gd name="T6" fmla="*/ 1193 w 1193"/>
                <a:gd name="T7" fmla="*/ 597 h 1194"/>
                <a:gd name="T8" fmla="*/ 596 w 1193"/>
                <a:gd name="T9" fmla="*/ 0 h 1194"/>
                <a:gd name="T10" fmla="*/ 596 w 1193"/>
                <a:gd name="T11" fmla="*/ 1109 h 1194"/>
                <a:gd name="T12" fmla="*/ 85 w 1193"/>
                <a:gd name="T13" fmla="*/ 597 h 1194"/>
                <a:gd name="T14" fmla="*/ 596 w 1193"/>
                <a:gd name="T15" fmla="*/ 85 h 1194"/>
                <a:gd name="T16" fmla="*/ 1108 w 1193"/>
                <a:gd name="T17" fmla="*/ 597 h 1194"/>
                <a:gd name="T18" fmla="*/ 596 w 1193"/>
                <a:gd name="T19" fmla="*/ 1109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93" h="1194">
                  <a:moveTo>
                    <a:pt x="596" y="0"/>
                  </a:moveTo>
                  <a:cubicBezTo>
                    <a:pt x="267" y="0"/>
                    <a:pt x="0" y="268"/>
                    <a:pt x="0" y="597"/>
                  </a:cubicBezTo>
                  <a:cubicBezTo>
                    <a:pt x="0" y="926"/>
                    <a:pt x="267" y="1194"/>
                    <a:pt x="596" y="1194"/>
                  </a:cubicBezTo>
                  <a:cubicBezTo>
                    <a:pt x="925" y="1194"/>
                    <a:pt x="1193" y="926"/>
                    <a:pt x="1193" y="597"/>
                  </a:cubicBezTo>
                  <a:cubicBezTo>
                    <a:pt x="1193" y="268"/>
                    <a:pt x="925" y="0"/>
                    <a:pt x="596" y="0"/>
                  </a:cubicBezTo>
                  <a:moveTo>
                    <a:pt x="596" y="1109"/>
                  </a:moveTo>
                  <a:cubicBezTo>
                    <a:pt x="314" y="1109"/>
                    <a:pt x="85" y="879"/>
                    <a:pt x="85" y="597"/>
                  </a:cubicBezTo>
                  <a:cubicBezTo>
                    <a:pt x="85" y="315"/>
                    <a:pt x="314" y="85"/>
                    <a:pt x="596" y="85"/>
                  </a:cubicBezTo>
                  <a:cubicBezTo>
                    <a:pt x="879" y="85"/>
                    <a:pt x="1108" y="315"/>
                    <a:pt x="1108" y="597"/>
                  </a:cubicBezTo>
                  <a:cubicBezTo>
                    <a:pt x="1108" y="879"/>
                    <a:pt x="879" y="1109"/>
                    <a:pt x="596" y="1109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îŝḻîḑé">
              <a:extLst>
                <a:ext uri="{FF2B5EF4-FFF2-40B4-BE49-F238E27FC236}">
                  <a16:creationId xmlns="" xmlns:a16="http://schemas.microsoft.com/office/drawing/2014/main" id="{B44752D6-A4C2-4930-B9A3-B13352A6B2D6}"/>
                </a:ext>
              </a:extLst>
            </p:cNvPr>
            <p:cNvSpPr/>
            <p:nvPr/>
          </p:nvSpPr>
          <p:spPr bwMode="auto">
            <a:xfrm>
              <a:off x="4966069" y="2578081"/>
              <a:ext cx="2212669" cy="2212669"/>
            </a:xfrm>
            <a:custGeom>
              <a:avLst/>
              <a:gdLst>
                <a:gd name="T0" fmla="*/ 426 w 853"/>
                <a:gd name="T1" fmla="*/ 0 h 854"/>
                <a:gd name="T2" fmla="*/ 0 w 853"/>
                <a:gd name="T3" fmla="*/ 427 h 854"/>
                <a:gd name="T4" fmla="*/ 426 w 853"/>
                <a:gd name="T5" fmla="*/ 854 h 854"/>
                <a:gd name="T6" fmla="*/ 853 w 853"/>
                <a:gd name="T7" fmla="*/ 427 h 854"/>
                <a:gd name="T8" fmla="*/ 426 w 853"/>
                <a:gd name="T9" fmla="*/ 0 h 854"/>
                <a:gd name="T10" fmla="*/ 426 w 853"/>
                <a:gd name="T11" fmla="*/ 768 h 854"/>
                <a:gd name="T12" fmla="*/ 85 w 853"/>
                <a:gd name="T13" fmla="*/ 427 h 854"/>
                <a:gd name="T14" fmla="*/ 426 w 853"/>
                <a:gd name="T15" fmla="*/ 86 h 854"/>
                <a:gd name="T16" fmla="*/ 768 w 853"/>
                <a:gd name="T17" fmla="*/ 427 h 854"/>
                <a:gd name="T18" fmla="*/ 426 w 853"/>
                <a:gd name="T19" fmla="*/ 768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3" h="854">
                  <a:moveTo>
                    <a:pt x="426" y="0"/>
                  </a:moveTo>
                  <a:cubicBezTo>
                    <a:pt x="191" y="0"/>
                    <a:pt x="0" y="192"/>
                    <a:pt x="0" y="427"/>
                  </a:cubicBezTo>
                  <a:cubicBezTo>
                    <a:pt x="0" y="662"/>
                    <a:pt x="191" y="854"/>
                    <a:pt x="426" y="854"/>
                  </a:cubicBezTo>
                  <a:cubicBezTo>
                    <a:pt x="662" y="854"/>
                    <a:pt x="853" y="662"/>
                    <a:pt x="853" y="427"/>
                  </a:cubicBezTo>
                  <a:cubicBezTo>
                    <a:pt x="853" y="192"/>
                    <a:pt x="662" y="0"/>
                    <a:pt x="426" y="0"/>
                  </a:cubicBezTo>
                  <a:moveTo>
                    <a:pt x="426" y="768"/>
                  </a:moveTo>
                  <a:cubicBezTo>
                    <a:pt x="238" y="768"/>
                    <a:pt x="85" y="615"/>
                    <a:pt x="85" y="427"/>
                  </a:cubicBezTo>
                  <a:cubicBezTo>
                    <a:pt x="85" y="239"/>
                    <a:pt x="238" y="86"/>
                    <a:pt x="426" y="86"/>
                  </a:cubicBezTo>
                  <a:cubicBezTo>
                    <a:pt x="615" y="86"/>
                    <a:pt x="768" y="239"/>
                    <a:pt x="768" y="427"/>
                  </a:cubicBezTo>
                  <a:cubicBezTo>
                    <a:pt x="768" y="615"/>
                    <a:pt x="615" y="768"/>
                    <a:pt x="426" y="768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Sḻíḓe">
              <a:extLst>
                <a:ext uri="{FF2B5EF4-FFF2-40B4-BE49-F238E27FC236}">
                  <a16:creationId xmlns="" xmlns:a16="http://schemas.microsoft.com/office/drawing/2014/main" id="{12EF4760-2B82-49D1-A4EF-DC38FB763D5A}"/>
                </a:ext>
              </a:extLst>
            </p:cNvPr>
            <p:cNvSpPr/>
            <p:nvPr/>
          </p:nvSpPr>
          <p:spPr bwMode="auto">
            <a:xfrm>
              <a:off x="5406525" y="3020615"/>
              <a:ext cx="1329679" cy="1327602"/>
            </a:xfrm>
            <a:custGeom>
              <a:avLst/>
              <a:gdLst>
                <a:gd name="T0" fmla="*/ 256 w 513"/>
                <a:gd name="T1" fmla="*/ 0 h 512"/>
                <a:gd name="T2" fmla="*/ 0 w 513"/>
                <a:gd name="T3" fmla="*/ 256 h 512"/>
                <a:gd name="T4" fmla="*/ 256 w 513"/>
                <a:gd name="T5" fmla="*/ 512 h 512"/>
                <a:gd name="T6" fmla="*/ 513 w 513"/>
                <a:gd name="T7" fmla="*/ 256 h 512"/>
                <a:gd name="T8" fmla="*/ 256 w 513"/>
                <a:gd name="T9" fmla="*/ 0 h 512"/>
                <a:gd name="T10" fmla="*/ 256 w 513"/>
                <a:gd name="T11" fmla="*/ 427 h 512"/>
                <a:gd name="T12" fmla="*/ 85 w 513"/>
                <a:gd name="T13" fmla="*/ 256 h 512"/>
                <a:gd name="T14" fmla="*/ 256 w 513"/>
                <a:gd name="T15" fmla="*/ 85 h 512"/>
                <a:gd name="T16" fmla="*/ 428 w 513"/>
                <a:gd name="T17" fmla="*/ 256 h 512"/>
                <a:gd name="T18" fmla="*/ 256 w 513"/>
                <a:gd name="T19" fmla="*/ 42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3" h="512"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7"/>
                    <a:pt x="115" y="512"/>
                    <a:pt x="256" y="512"/>
                  </a:cubicBezTo>
                  <a:cubicBezTo>
                    <a:pt x="398" y="512"/>
                    <a:pt x="513" y="397"/>
                    <a:pt x="513" y="256"/>
                  </a:cubicBezTo>
                  <a:cubicBezTo>
                    <a:pt x="513" y="115"/>
                    <a:pt x="398" y="0"/>
                    <a:pt x="256" y="0"/>
                  </a:cubicBezTo>
                  <a:moveTo>
                    <a:pt x="256" y="427"/>
                  </a:moveTo>
                  <a:cubicBezTo>
                    <a:pt x="162" y="427"/>
                    <a:pt x="85" y="350"/>
                    <a:pt x="85" y="256"/>
                  </a:cubicBezTo>
                  <a:cubicBezTo>
                    <a:pt x="85" y="162"/>
                    <a:pt x="162" y="85"/>
                    <a:pt x="256" y="85"/>
                  </a:cubicBezTo>
                  <a:cubicBezTo>
                    <a:pt x="351" y="85"/>
                    <a:pt x="428" y="162"/>
                    <a:pt x="428" y="256"/>
                  </a:cubicBezTo>
                  <a:cubicBezTo>
                    <a:pt x="428" y="350"/>
                    <a:pt x="351" y="427"/>
                    <a:pt x="256" y="427"/>
                  </a:cubicBezTo>
                </a:path>
              </a:pathLst>
            </a:cu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ïṩļîḓê">
              <a:extLst>
                <a:ext uri="{FF2B5EF4-FFF2-40B4-BE49-F238E27FC236}">
                  <a16:creationId xmlns="" xmlns:a16="http://schemas.microsoft.com/office/drawing/2014/main" id="{23B65C62-F736-4606-B1A2-78A3AFC3D582}"/>
                </a:ext>
              </a:extLst>
            </p:cNvPr>
            <p:cNvSpPr/>
            <p:nvPr/>
          </p:nvSpPr>
          <p:spPr bwMode="auto">
            <a:xfrm>
              <a:off x="5846980" y="3449663"/>
              <a:ext cx="448767" cy="446690"/>
            </a:xfrm>
            <a:prstGeom prst="ellipse">
              <a:avLst/>
            </a:prstGeom>
            <a:solidFill>
              <a:srgbClr val="DA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2" name="i$1ïḋê">
              <a:extLst>
                <a:ext uri="{FF2B5EF4-FFF2-40B4-BE49-F238E27FC236}">
                  <a16:creationId xmlns="" xmlns:a16="http://schemas.microsoft.com/office/drawing/2014/main" id="{937297C8-B83B-4B44-A9F3-7771F7EEDB08}"/>
                </a:ext>
              </a:extLst>
            </p:cNvPr>
            <p:cNvGrpSpPr/>
            <p:nvPr/>
          </p:nvGrpSpPr>
          <p:grpSpPr>
            <a:xfrm>
              <a:off x="3655743" y="1238130"/>
              <a:ext cx="4880511" cy="4905491"/>
              <a:chOff x="4239127" y="1843178"/>
              <a:chExt cx="3729172" cy="3748259"/>
            </a:xfrm>
          </p:grpSpPr>
          <p:sp>
            <p:nvSpPr>
              <p:cNvPr id="27" name="iṡļîďê">
                <a:extLst>
                  <a:ext uri="{FF2B5EF4-FFF2-40B4-BE49-F238E27FC236}">
                    <a16:creationId xmlns="" xmlns:a16="http://schemas.microsoft.com/office/drawing/2014/main" id="{01A9C302-2221-4033-84A0-DA66C83A5BD6}"/>
                  </a:ext>
                </a:extLst>
              </p:cNvPr>
              <p:cNvSpPr/>
              <p:nvPr/>
            </p:nvSpPr>
            <p:spPr bwMode="auto">
              <a:xfrm>
                <a:off x="4335464" y="2541588"/>
                <a:ext cx="555625" cy="1069975"/>
              </a:xfrm>
              <a:custGeom>
                <a:avLst/>
                <a:gdLst>
                  <a:gd name="T0" fmla="*/ 33 w 280"/>
                  <a:gd name="T1" fmla="*/ 524 h 540"/>
                  <a:gd name="T2" fmla="*/ 75 w 280"/>
                  <a:gd name="T3" fmla="*/ 540 h 540"/>
                  <a:gd name="T4" fmla="*/ 280 w 280"/>
                  <a:gd name="T5" fmla="*/ 53 h 540"/>
                  <a:gd name="T6" fmla="*/ 225 w 280"/>
                  <a:gd name="T7" fmla="*/ 0 h 540"/>
                  <a:gd name="T8" fmla="*/ 0 w 280"/>
                  <a:gd name="T9" fmla="*/ 534 h 540"/>
                  <a:gd name="T10" fmla="*/ 33 w 280"/>
                  <a:gd name="T11" fmla="*/ 524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0" h="540">
                    <a:moveTo>
                      <a:pt x="33" y="524"/>
                    </a:moveTo>
                    <a:cubicBezTo>
                      <a:pt x="49" y="524"/>
                      <a:pt x="64" y="530"/>
                      <a:pt x="75" y="540"/>
                    </a:cubicBezTo>
                    <a:cubicBezTo>
                      <a:pt x="87" y="354"/>
                      <a:pt x="163" y="184"/>
                      <a:pt x="280" y="53"/>
                    </a:cubicBezTo>
                    <a:cubicBezTo>
                      <a:pt x="253" y="49"/>
                      <a:pt x="230" y="27"/>
                      <a:pt x="225" y="0"/>
                    </a:cubicBezTo>
                    <a:cubicBezTo>
                      <a:pt x="92" y="149"/>
                      <a:pt x="14" y="335"/>
                      <a:pt x="0" y="534"/>
                    </a:cubicBezTo>
                    <a:cubicBezTo>
                      <a:pt x="10" y="528"/>
                      <a:pt x="21" y="524"/>
                      <a:pt x="33" y="52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ŝḷïḍè">
                <a:extLst>
                  <a:ext uri="{FF2B5EF4-FFF2-40B4-BE49-F238E27FC236}">
                    <a16:creationId xmlns="" xmlns:a16="http://schemas.microsoft.com/office/drawing/2014/main" id="{AFD99E50-FE5A-4D13-B0C4-4F0900C84813}"/>
                  </a:ext>
                </a:extLst>
              </p:cNvPr>
              <p:cNvSpPr/>
              <p:nvPr/>
            </p:nvSpPr>
            <p:spPr bwMode="auto">
              <a:xfrm>
                <a:off x="4930776" y="1957388"/>
                <a:ext cx="1077913" cy="546100"/>
              </a:xfrm>
              <a:custGeom>
                <a:avLst/>
                <a:gdLst>
                  <a:gd name="T0" fmla="*/ 544 w 544"/>
                  <a:gd name="T1" fmla="*/ 0 h 276"/>
                  <a:gd name="T2" fmla="*/ 0 w 544"/>
                  <a:gd name="T3" fmla="*/ 221 h 276"/>
                  <a:gd name="T4" fmla="*/ 52 w 544"/>
                  <a:gd name="T5" fmla="*/ 276 h 276"/>
                  <a:gd name="T6" fmla="*/ 542 w 544"/>
                  <a:gd name="T7" fmla="*/ 76 h 276"/>
                  <a:gd name="T8" fmla="*/ 530 w 544"/>
                  <a:gd name="T9" fmla="*/ 39 h 276"/>
                  <a:gd name="T10" fmla="*/ 530 w 544"/>
                  <a:gd name="T11" fmla="*/ 39 h 276"/>
                  <a:gd name="T12" fmla="*/ 530 w 544"/>
                  <a:gd name="T13" fmla="*/ 39 h 276"/>
                  <a:gd name="T14" fmla="*/ 544 w 544"/>
                  <a:gd name="T15" fmla="*/ 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4" h="276">
                    <a:moveTo>
                      <a:pt x="544" y="0"/>
                    </a:moveTo>
                    <a:cubicBezTo>
                      <a:pt x="342" y="10"/>
                      <a:pt x="152" y="87"/>
                      <a:pt x="0" y="221"/>
                    </a:cubicBezTo>
                    <a:cubicBezTo>
                      <a:pt x="27" y="226"/>
                      <a:pt x="49" y="249"/>
                      <a:pt x="52" y="276"/>
                    </a:cubicBezTo>
                    <a:cubicBezTo>
                      <a:pt x="185" y="160"/>
                      <a:pt x="355" y="86"/>
                      <a:pt x="542" y="76"/>
                    </a:cubicBezTo>
                    <a:cubicBezTo>
                      <a:pt x="535" y="65"/>
                      <a:pt x="530" y="52"/>
                      <a:pt x="530" y="39"/>
                    </a:cubicBezTo>
                    <a:cubicBezTo>
                      <a:pt x="530" y="39"/>
                      <a:pt x="530" y="39"/>
                      <a:pt x="530" y="39"/>
                    </a:cubicBezTo>
                    <a:cubicBezTo>
                      <a:pt x="530" y="39"/>
                      <a:pt x="530" y="39"/>
                      <a:pt x="530" y="39"/>
                    </a:cubicBezTo>
                    <a:cubicBezTo>
                      <a:pt x="530" y="25"/>
                      <a:pt x="535" y="11"/>
                      <a:pt x="54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$ḷïďe">
                <a:extLst>
                  <a:ext uri="{FF2B5EF4-FFF2-40B4-BE49-F238E27FC236}">
                    <a16:creationId xmlns="" xmlns:a16="http://schemas.microsoft.com/office/drawing/2014/main" id="{C49B76EE-58DC-4BBA-B7A0-C469E3937EA0}"/>
                  </a:ext>
                </a:extLst>
              </p:cNvPr>
              <p:cNvSpPr/>
              <p:nvPr/>
            </p:nvSpPr>
            <p:spPr>
              <a:xfrm>
                <a:off x="4752224" y="2309491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ïŝlïdè">
                <a:extLst>
                  <a:ext uri="{FF2B5EF4-FFF2-40B4-BE49-F238E27FC236}">
                    <a16:creationId xmlns="" xmlns:a16="http://schemas.microsoft.com/office/drawing/2014/main" id="{BE2B6BBE-C7B0-45BD-AB0D-686459B1F5E0}"/>
                  </a:ext>
                </a:extLst>
              </p:cNvPr>
              <p:cNvSpPr/>
              <p:nvPr/>
            </p:nvSpPr>
            <p:spPr bwMode="auto">
              <a:xfrm>
                <a:off x="6210301" y="1958975"/>
                <a:ext cx="1058863" cy="550863"/>
              </a:xfrm>
              <a:custGeom>
                <a:avLst/>
                <a:gdLst>
                  <a:gd name="T0" fmla="*/ 534 w 534"/>
                  <a:gd name="T1" fmla="*/ 223 h 278"/>
                  <a:gd name="T2" fmla="*/ 0 w 534"/>
                  <a:gd name="T3" fmla="*/ 0 h 278"/>
                  <a:gd name="T4" fmla="*/ 13 w 534"/>
                  <a:gd name="T5" fmla="*/ 38 h 278"/>
                  <a:gd name="T6" fmla="*/ 0 w 534"/>
                  <a:gd name="T7" fmla="*/ 75 h 278"/>
                  <a:gd name="T8" fmla="*/ 481 w 534"/>
                  <a:gd name="T9" fmla="*/ 278 h 278"/>
                  <a:gd name="T10" fmla="*/ 534 w 534"/>
                  <a:gd name="T11" fmla="*/ 223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278">
                    <a:moveTo>
                      <a:pt x="534" y="223"/>
                    </a:moveTo>
                    <a:cubicBezTo>
                      <a:pt x="385" y="91"/>
                      <a:pt x="199" y="13"/>
                      <a:pt x="0" y="0"/>
                    </a:cubicBezTo>
                    <a:cubicBezTo>
                      <a:pt x="8" y="11"/>
                      <a:pt x="13" y="24"/>
                      <a:pt x="13" y="38"/>
                    </a:cubicBezTo>
                    <a:cubicBezTo>
                      <a:pt x="13" y="52"/>
                      <a:pt x="8" y="65"/>
                      <a:pt x="0" y="75"/>
                    </a:cubicBezTo>
                    <a:cubicBezTo>
                      <a:pt x="184" y="88"/>
                      <a:pt x="351" y="163"/>
                      <a:pt x="481" y="278"/>
                    </a:cubicBezTo>
                    <a:cubicBezTo>
                      <a:pt x="485" y="250"/>
                      <a:pt x="507" y="228"/>
                      <a:pt x="534" y="22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ṩḻïḓê">
                <a:extLst>
                  <a:ext uri="{FF2B5EF4-FFF2-40B4-BE49-F238E27FC236}">
                    <a16:creationId xmlns="" xmlns:a16="http://schemas.microsoft.com/office/drawing/2014/main" id="{C9C06FF8-6C03-457F-B0A6-AF1A069D1DD1}"/>
                  </a:ext>
                </a:extLst>
              </p:cNvPr>
              <p:cNvSpPr/>
              <p:nvPr/>
            </p:nvSpPr>
            <p:spPr bwMode="auto">
              <a:xfrm>
                <a:off x="7307264" y="2549525"/>
                <a:ext cx="547688" cy="1068388"/>
              </a:xfrm>
              <a:custGeom>
                <a:avLst/>
                <a:gdLst>
                  <a:gd name="T0" fmla="*/ 244 w 277"/>
                  <a:gd name="T1" fmla="*/ 524 h 539"/>
                  <a:gd name="T2" fmla="*/ 277 w 277"/>
                  <a:gd name="T3" fmla="*/ 533 h 539"/>
                  <a:gd name="T4" fmla="*/ 55 w 277"/>
                  <a:gd name="T5" fmla="*/ 0 h 539"/>
                  <a:gd name="T6" fmla="*/ 0 w 277"/>
                  <a:gd name="T7" fmla="*/ 52 h 539"/>
                  <a:gd name="T8" fmla="*/ 202 w 277"/>
                  <a:gd name="T9" fmla="*/ 539 h 539"/>
                  <a:gd name="T10" fmla="*/ 244 w 277"/>
                  <a:gd name="T11" fmla="*/ 524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7" h="539">
                    <a:moveTo>
                      <a:pt x="244" y="524"/>
                    </a:moveTo>
                    <a:cubicBezTo>
                      <a:pt x="256" y="524"/>
                      <a:pt x="267" y="527"/>
                      <a:pt x="277" y="533"/>
                    </a:cubicBezTo>
                    <a:cubicBezTo>
                      <a:pt x="265" y="335"/>
                      <a:pt x="187" y="148"/>
                      <a:pt x="55" y="0"/>
                    </a:cubicBezTo>
                    <a:cubicBezTo>
                      <a:pt x="50" y="27"/>
                      <a:pt x="28" y="48"/>
                      <a:pt x="0" y="52"/>
                    </a:cubicBezTo>
                    <a:cubicBezTo>
                      <a:pt x="117" y="184"/>
                      <a:pt x="191" y="353"/>
                      <a:pt x="202" y="539"/>
                    </a:cubicBezTo>
                    <a:cubicBezTo>
                      <a:pt x="214" y="529"/>
                      <a:pt x="228" y="524"/>
                      <a:pt x="244" y="52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ṡlîdè">
                <a:extLst>
                  <a:ext uri="{FF2B5EF4-FFF2-40B4-BE49-F238E27FC236}">
                    <a16:creationId xmlns="" xmlns:a16="http://schemas.microsoft.com/office/drawing/2014/main" id="{E6749F65-AA5A-4F3F-8E29-FDF6763FC953}"/>
                  </a:ext>
                </a:extLst>
              </p:cNvPr>
              <p:cNvSpPr/>
              <p:nvPr/>
            </p:nvSpPr>
            <p:spPr bwMode="auto">
              <a:xfrm>
                <a:off x="7304089" y="3811588"/>
                <a:ext cx="550863" cy="1071563"/>
              </a:xfrm>
              <a:custGeom>
                <a:avLst/>
                <a:gdLst>
                  <a:gd name="T0" fmla="*/ 0 w 278"/>
                  <a:gd name="T1" fmla="*/ 493 h 541"/>
                  <a:gd name="T2" fmla="*/ 58 w 278"/>
                  <a:gd name="T3" fmla="*/ 541 h 541"/>
                  <a:gd name="T4" fmla="*/ 278 w 278"/>
                  <a:gd name="T5" fmla="*/ 5 h 541"/>
                  <a:gd name="T6" fmla="*/ 245 w 278"/>
                  <a:gd name="T7" fmla="*/ 15 h 541"/>
                  <a:gd name="T8" fmla="*/ 204 w 278"/>
                  <a:gd name="T9" fmla="*/ 0 h 541"/>
                  <a:gd name="T10" fmla="*/ 0 w 278"/>
                  <a:gd name="T11" fmla="*/ 493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8" h="541">
                    <a:moveTo>
                      <a:pt x="0" y="493"/>
                    </a:moveTo>
                    <a:cubicBezTo>
                      <a:pt x="28" y="495"/>
                      <a:pt x="51" y="515"/>
                      <a:pt x="58" y="541"/>
                    </a:cubicBezTo>
                    <a:cubicBezTo>
                      <a:pt x="190" y="391"/>
                      <a:pt x="267" y="204"/>
                      <a:pt x="278" y="5"/>
                    </a:cubicBezTo>
                    <a:cubicBezTo>
                      <a:pt x="269" y="11"/>
                      <a:pt x="257" y="15"/>
                      <a:pt x="245" y="15"/>
                    </a:cubicBezTo>
                    <a:cubicBezTo>
                      <a:pt x="229" y="15"/>
                      <a:pt x="215" y="9"/>
                      <a:pt x="204" y="0"/>
                    </a:cubicBezTo>
                    <a:cubicBezTo>
                      <a:pt x="193" y="188"/>
                      <a:pt x="118" y="360"/>
                      <a:pt x="0" y="493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šḷiḓê">
                <a:extLst>
                  <a:ext uri="{FF2B5EF4-FFF2-40B4-BE49-F238E27FC236}">
                    <a16:creationId xmlns="" xmlns:a16="http://schemas.microsoft.com/office/drawing/2014/main" id="{1BC0B9BE-2B49-439B-AEB0-CF360922E27C}"/>
                  </a:ext>
                </a:extLst>
              </p:cNvPr>
              <p:cNvSpPr/>
              <p:nvPr/>
            </p:nvSpPr>
            <p:spPr bwMode="auto">
              <a:xfrm>
                <a:off x="6202364" y="4922838"/>
                <a:ext cx="1062038" cy="554038"/>
              </a:xfrm>
              <a:custGeom>
                <a:avLst/>
                <a:gdLst>
                  <a:gd name="T0" fmla="*/ 13 w 536"/>
                  <a:gd name="T1" fmla="*/ 241 h 280"/>
                  <a:gd name="T2" fmla="*/ 0 w 536"/>
                  <a:gd name="T3" fmla="*/ 280 h 280"/>
                  <a:gd name="T4" fmla="*/ 536 w 536"/>
                  <a:gd name="T5" fmla="*/ 58 h 280"/>
                  <a:gd name="T6" fmla="*/ 488 w 536"/>
                  <a:gd name="T7" fmla="*/ 0 h 280"/>
                  <a:gd name="T8" fmla="*/ 2 w 536"/>
                  <a:gd name="T9" fmla="*/ 205 h 280"/>
                  <a:gd name="T10" fmla="*/ 13 w 536"/>
                  <a:gd name="T11" fmla="*/ 241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6" h="280">
                    <a:moveTo>
                      <a:pt x="13" y="241"/>
                    </a:moveTo>
                    <a:cubicBezTo>
                      <a:pt x="13" y="256"/>
                      <a:pt x="8" y="269"/>
                      <a:pt x="0" y="280"/>
                    </a:cubicBezTo>
                    <a:cubicBezTo>
                      <a:pt x="199" y="269"/>
                      <a:pt x="387" y="191"/>
                      <a:pt x="536" y="58"/>
                    </a:cubicBezTo>
                    <a:cubicBezTo>
                      <a:pt x="510" y="51"/>
                      <a:pt x="490" y="28"/>
                      <a:pt x="488" y="0"/>
                    </a:cubicBezTo>
                    <a:cubicBezTo>
                      <a:pt x="357" y="117"/>
                      <a:pt x="188" y="192"/>
                      <a:pt x="2" y="205"/>
                    </a:cubicBezTo>
                    <a:cubicBezTo>
                      <a:pt x="9" y="215"/>
                      <a:pt x="13" y="228"/>
                      <a:pt x="13" y="24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ïŝļîdé">
                <a:extLst>
                  <a:ext uri="{FF2B5EF4-FFF2-40B4-BE49-F238E27FC236}">
                    <a16:creationId xmlns="" xmlns:a16="http://schemas.microsoft.com/office/drawing/2014/main" id="{14BB8EB5-1991-4DB1-B92E-DBAC5F34DE74}"/>
                  </a:ext>
                </a:extLst>
              </p:cNvPr>
              <p:cNvSpPr/>
              <p:nvPr/>
            </p:nvSpPr>
            <p:spPr bwMode="auto">
              <a:xfrm>
                <a:off x="4921251" y="4933950"/>
                <a:ext cx="1081088" cy="546100"/>
              </a:xfrm>
              <a:custGeom>
                <a:avLst/>
                <a:gdLst>
                  <a:gd name="T0" fmla="*/ 0 w 546"/>
                  <a:gd name="T1" fmla="*/ 49 h 275"/>
                  <a:gd name="T2" fmla="*/ 546 w 546"/>
                  <a:gd name="T3" fmla="*/ 275 h 275"/>
                  <a:gd name="T4" fmla="*/ 532 w 546"/>
                  <a:gd name="T5" fmla="*/ 235 h 275"/>
                  <a:gd name="T6" fmla="*/ 543 w 546"/>
                  <a:gd name="T7" fmla="*/ 199 h 275"/>
                  <a:gd name="T8" fmla="*/ 58 w 546"/>
                  <a:gd name="T9" fmla="*/ 0 h 275"/>
                  <a:gd name="T10" fmla="*/ 49 w 546"/>
                  <a:gd name="T11" fmla="*/ 0 h 275"/>
                  <a:gd name="T12" fmla="*/ 0 w 546"/>
                  <a:gd name="T13" fmla="*/ 49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6" h="275">
                    <a:moveTo>
                      <a:pt x="0" y="49"/>
                    </a:moveTo>
                    <a:cubicBezTo>
                      <a:pt x="152" y="185"/>
                      <a:pt x="343" y="264"/>
                      <a:pt x="546" y="275"/>
                    </a:cubicBezTo>
                    <a:cubicBezTo>
                      <a:pt x="537" y="264"/>
                      <a:pt x="532" y="250"/>
                      <a:pt x="532" y="235"/>
                    </a:cubicBezTo>
                    <a:cubicBezTo>
                      <a:pt x="532" y="222"/>
                      <a:pt x="536" y="210"/>
                      <a:pt x="543" y="199"/>
                    </a:cubicBezTo>
                    <a:cubicBezTo>
                      <a:pt x="358" y="188"/>
                      <a:pt x="189" y="115"/>
                      <a:pt x="58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4" y="25"/>
                      <a:pt x="24" y="44"/>
                      <a:pt x="0" y="49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ísľîďe">
                <a:extLst>
                  <a:ext uri="{FF2B5EF4-FFF2-40B4-BE49-F238E27FC236}">
                    <a16:creationId xmlns="" xmlns:a16="http://schemas.microsoft.com/office/drawing/2014/main" id="{C4B23CCF-0277-42C7-885A-C86C664AECC1}"/>
                  </a:ext>
                </a:extLst>
              </p:cNvPr>
              <p:cNvSpPr/>
              <p:nvPr/>
            </p:nvSpPr>
            <p:spPr>
              <a:xfrm>
                <a:off x="5922993" y="1843178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î$liďè">
                <a:extLst>
                  <a:ext uri="{FF2B5EF4-FFF2-40B4-BE49-F238E27FC236}">
                    <a16:creationId xmlns="" xmlns:a16="http://schemas.microsoft.com/office/drawing/2014/main" id="{6EF1FE0B-4809-48F2-8D2C-C6D4FF4924A1}"/>
                  </a:ext>
                </a:extLst>
              </p:cNvPr>
              <p:cNvSpPr/>
              <p:nvPr/>
            </p:nvSpPr>
            <p:spPr>
              <a:xfrm>
                <a:off x="7121209" y="2358390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ïsḻïḋe">
                <a:extLst>
                  <a:ext uri="{FF2B5EF4-FFF2-40B4-BE49-F238E27FC236}">
                    <a16:creationId xmlns="" xmlns:a16="http://schemas.microsoft.com/office/drawing/2014/main" id="{F03929E0-28F6-4302-9897-900C8F4CFCBB}"/>
                  </a:ext>
                </a:extLst>
              </p:cNvPr>
              <p:cNvSpPr/>
              <p:nvPr/>
            </p:nvSpPr>
            <p:spPr>
              <a:xfrm>
                <a:off x="7602539" y="352744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ṣ1íḓe">
                <a:extLst>
                  <a:ext uri="{FF2B5EF4-FFF2-40B4-BE49-F238E27FC236}">
                    <a16:creationId xmlns="" xmlns:a16="http://schemas.microsoft.com/office/drawing/2014/main" id="{DF09C752-99DB-4FE3-8ABC-78C66CBDC104}"/>
                  </a:ext>
                </a:extLst>
              </p:cNvPr>
              <p:cNvSpPr/>
              <p:nvPr/>
            </p:nvSpPr>
            <p:spPr>
              <a:xfrm>
                <a:off x="7118035" y="4745589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ŝḻíḋè">
                <a:extLst>
                  <a:ext uri="{FF2B5EF4-FFF2-40B4-BE49-F238E27FC236}">
                    <a16:creationId xmlns="" xmlns:a16="http://schemas.microsoft.com/office/drawing/2014/main" id="{84F717CD-E380-4157-B469-2A1645F77721}"/>
                  </a:ext>
                </a:extLst>
              </p:cNvPr>
              <p:cNvSpPr/>
              <p:nvPr/>
            </p:nvSpPr>
            <p:spPr>
              <a:xfrm>
                <a:off x="5922993" y="522567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ïSľíḑé">
                <a:extLst>
                  <a:ext uri="{FF2B5EF4-FFF2-40B4-BE49-F238E27FC236}">
                    <a16:creationId xmlns="" xmlns:a16="http://schemas.microsoft.com/office/drawing/2014/main" id="{25569A3E-53A2-4731-9755-FC78F925CE9C}"/>
                  </a:ext>
                </a:extLst>
              </p:cNvPr>
              <p:cNvSpPr/>
              <p:nvPr/>
            </p:nvSpPr>
            <p:spPr>
              <a:xfrm>
                <a:off x="4239127" y="3527447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ísļiďê">
                <a:extLst>
                  <a:ext uri="{FF2B5EF4-FFF2-40B4-BE49-F238E27FC236}">
                    <a16:creationId xmlns="" xmlns:a16="http://schemas.microsoft.com/office/drawing/2014/main" id="{033ED5D5-496D-4BB6-833D-3088A5F3230C}"/>
                  </a:ext>
                </a:extLst>
              </p:cNvPr>
              <p:cNvSpPr/>
              <p:nvPr/>
            </p:nvSpPr>
            <p:spPr>
              <a:xfrm>
                <a:off x="4746225" y="4736783"/>
                <a:ext cx="365760" cy="365760"/>
              </a:xfrm>
              <a:prstGeom prst="ellipse">
                <a:avLst/>
              </a:prstGeom>
              <a:solidFill>
                <a:srgbClr val="DAE2E2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iṡļíḑe">
              <a:extLst>
                <a:ext uri="{FF2B5EF4-FFF2-40B4-BE49-F238E27FC236}">
                  <a16:creationId xmlns="" xmlns:a16="http://schemas.microsoft.com/office/drawing/2014/main" id="{F25DBCC8-4D2A-4D98-B919-3098D873C199}"/>
                </a:ext>
              </a:extLst>
            </p:cNvPr>
            <p:cNvGrpSpPr/>
            <p:nvPr/>
          </p:nvGrpSpPr>
          <p:grpSpPr>
            <a:xfrm>
              <a:off x="4197352" y="2071140"/>
              <a:ext cx="1907259" cy="1647556"/>
              <a:chOff x="4652964" y="2479675"/>
              <a:chExt cx="1457325" cy="1258888"/>
            </a:xfrm>
          </p:grpSpPr>
          <p:sp>
            <p:nvSpPr>
              <p:cNvPr id="24" name="işḻíḍé">
                <a:extLst>
                  <a:ext uri="{FF2B5EF4-FFF2-40B4-BE49-F238E27FC236}">
                    <a16:creationId xmlns="" xmlns:a16="http://schemas.microsoft.com/office/drawing/2014/main" id="{209BB34C-633D-4943-977F-C2DE9F23FEE4}"/>
                  </a:ext>
                </a:extLst>
              </p:cNvPr>
              <p:cNvSpPr/>
              <p:nvPr/>
            </p:nvSpPr>
            <p:spPr bwMode="auto">
              <a:xfrm>
                <a:off x="4905376" y="2733675"/>
                <a:ext cx="1204913" cy="1004888"/>
              </a:xfrm>
              <a:custGeom>
                <a:avLst/>
                <a:gdLst>
                  <a:gd name="T0" fmla="*/ 606 w 608"/>
                  <a:gd name="T1" fmla="*/ 480 h 507"/>
                  <a:gd name="T2" fmla="*/ 30 w 608"/>
                  <a:gd name="T3" fmla="*/ 6 h 507"/>
                  <a:gd name="T4" fmla="*/ 6 w 608"/>
                  <a:gd name="T5" fmla="*/ 8 h 507"/>
                  <a:gd name="T6" fmla="*/ 8 w 608"/>
                  <a:gd name="T7" fmla="*/ 32 h 507"/>
                  <a:gd name="T8" fmla="*/ 584 w 608"/>
                  <a:gd name="T9" fmla="*/ 507 h 507"/>
                  <a:gd name="T10" fmla="*/ 601 w 608"/>
                  <a:gd name="T11" fmla="*/ 497 h 507"/>
                  <a:gd name="T12" fmla="*/ 606 w 608"/>
                  <a:gd name="T13" fmla="*/ 48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507">
                    <a:moveTo>
                      <a:pt x="606" y="480"/>
                    </a:moveTo>
                    <a:cubicBezTo>
                      <a:pt x="30" y="6"/>
                      <a:pt x="30" y="6"/>
                      <a:pt x="30" y="6"/>
                    </a:cubicBezTo>
                    <a:cubicBezTo>
                      <a:pt x="23" y="0"/>
                      <a:pt x="12" y="1"/>
                      <a:pt x="6" y="8"/>
                    </a:cubicBezTo>
                    <a:cubicBezTo>
                      <a:pt x="0" y="16"/>
                      <a:pt x="1" y="26"/>
                      <a:pt x="8" y="32"/>
                    </a:cubicBezTo>
                    <a:cubicBezTo>
                      <a:pt x="584" y="507"/>
                      <a:pt x="584" y="507"/>
                      <a:pt x="584" y="507"/>
                    </a:cubicBezTo>
                    <a:cubicBezTo>
                      <a:pt x="584" y="507"/>
                      <a:pt x="594" y="506"/>
                      <a:pt x="601" y="497"/>
                    </a:cubicBezTo>
                    <a:cubicBezTo>
                      <a:pt x="608" y="488"/>
                      <a:pt x="606" y="480"/>
                      <a:pt x="606" y="4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šľîḓè">
                <a:extLst>
                  <a:ext uri="{FF2B5EF4-FFF2-40B4-BE49-F238E27FC236}">
                    <a16:creationId xmlns="" xmlns:a16="http://schemas.microsoft.com/office/drawing/2014/main" id="{3FB1AA5F-4011-43EA-BF64-6A50E2FA9CC2}"/>
                  </a:ext>
                </a:extLst>
              </p:cNvPr>
              <p:cNvSpPr/>
              <p:nvPr/>
            </p:nvSpPr>
            <p:spPr bwMode="auto">
              <a:xfrm>
                <a:off x="4652964" y="2800350"/>
                <a:ext cx="542925" cy="274638"/>
              </a:xfrm>
              <a:custGeom>
                <a:avLst/>
                <a:gdLst>
                  <a:gd name="T0" fmla="*/ 0 w 342"/>
                  <a:gd name="T1" fmla="*/ 8 h 173"/>
                  <a:gd name="T2" fmla="*/ 171 w 342"/>
                  <a:gd name="T3" fmla="*/ 0 h 173"/>
                  <a:gd name="T4" fmla="*/ 342 w 342"/>
                  <a:gd name="T5" fmla="*/ 140 h 173"/>
                  <a:gd name="T6" fmla="*/ 265 w 342"/>
                  <a:gd name="T7" fmla="*/ 173 h 173"/>
                  <a:gd name="T8" fmla="*/ 0 w 342"/>
                  <a:gd name="T9" fmla="*/ 8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2" h="173">
                    <a:moveTo>
                      <a:pt x="0" y="8"/>
                    </a:moveTo>
                    <a:lnTo>
                      <a:pt x="171" y="0"/>
                    </a:lnTo>
                    <a:lnTo>
                      <a:pt x="342" y="140"/>
                    </a:lnTo>
                    <a:lnTo>
                      <a:pt x="265" y="17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şľíḋe">
                <a:extLst>
                  <a:ext uri="{FF2B5EF4-FFF2-40B4-BE49-F238E27FC236}">
                    <a16:creationId xmlns="" xmlns:a16="http://schemas.microsoft.com/office/drawing/2014/main" id="{99FBA7DF-D4F8-49DE-9C1B-BDA92773EBC6}"/>
                  </a:ext>
                </a:extLst>
              </p:cNvPr>
              <p:cNvSpPr/>
              <p:nvPr/>
            </p:nvSpPr>
            <p:spPr bwMode="auto">
              <a:xfrm>
                <a:off x="4926014" y="2479675"/>
                <a:ext cx="339725" cy="488950"/>
              </a:xfrm>
              <a:custGeom>
                <a:avLst/>
                <a:gdLst>
                  <a:gd name="T0" fmla="*/ 0 w 214"/>
                  <a:gd name="T1" fmla="*/ 0 h 308"/>
                  <a:gd name="T2" fmla="*/ 27 w 214"/>
                  <a:gd name="T3" fmla="*/ 169 h 308"/>
                  <a:gd name="T4" fmla="*/ 198 w 214"/>
                  <a:gd name="T5" fmla="*/ 308 h 308"/>
                  <a:gd name="T6" fmla="*/ 214 w 214"/>
                  <a:gd name="T7" fmla="*/ 226 h 308"/>
                  <a:gd name="T8" fmla="*/ 0 w 214"/>
                  <a:gd name="T9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308">
                    <a:moveTo>
                      <a:pt x="0" y="0"/>
                    </a:moveTo>
                    <a:lnTo>
                      <a:pt x="27" y="169"/>
                    </a:lnTo>
                    <a:lnTo>
                      <a:pt x="198" y="308"/>
                    </a:lnTo>
                    <a:lnTo>
                      <a:pt x="214" y="2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6357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16113" y="524763"/>
            <a:ext cx="1204686" cy="52228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68" y="2825514"/>
            <a:ext cx="333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718456" y="283029"/>
            <a:ext cx="7206344" cy="5972629"/>
            <a:chOff x="718456" y="283029"/>
            <a:chExt cx="7206344" cy="5972629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778" b="12910"/>
            <a:stretch/>
          </p:blipFill>
          <p:spPr bwMode="auto">
            <a:xfrm>
              <a:off x="1778000" y="283029"/>
              <a:ext cx="6146800" cy="5972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cxnSp>
          <p:nvCxnSpPr>
            <p:cNvPr id="6" name="曲线连接符 5"/>
            <p:cNvCxnSpPr/>
            <p:nvPr/>
          </p:nvCxnSpPr>
          <p:spPr>
            <a:xfrm rot="10800000">
              <a:off x="718456" y="1001487"/>
              <a:ext cx="1734459" cy="885371"/>
            </a:xfrm>
            <a:prstGeom prst="curvedConnector3">
              <a:avLst/>
            </a:prstGeom>
            <a:ln>
              <a:solidFill>
                <a:srgbClr val="00206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14514" y="284431"/>
            <a:ext cx="50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41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20798" y="534269"/>
            <a:ext cx="5747659" cy="58084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514" y="284431"/>
            <a:ext cx="50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0" y="2786702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65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393368" y="1015999"/>
            <a:ext cx="5138061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561942" y="602343"/>
            <a:ext cx="1393372" cy="616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曲线连接符 6"/>
          <p:cNvCxnSpPr>
            <a:stCxn id="3" idx="3"/>
          </p:cNvCxnSpPr>
          <p:nvPr/>
        </p:nvCxnSpPr>
        <p:spPr>
          <a:xfrm flipV="1">
            <a:off x="6531429" y="1015999"/>
            <a:ext cx="1030513" cy="101600"/>
          </a:xfrm>
          <a:prstGeom prst="curvedConnector3">
            <a:avLst>
              <a:gd name="adj1" fmla="val 50000"/>
            </a:avLst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514" y="284431"/>
            <a:ext cx="50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0" y="2786702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05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16113" y="6130941"/>
            <a:ext cx="1188000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436919" y="5794829"/>
            <a:ext cx="3454400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立即執行所有公司別所有歷程</a:t>
            </a:r>
            <a:endParaRPr lang="zh-CN" altLang="en-US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514" y="284431"/>
            <a:ext cx="50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0" y="2786702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52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29653" y="847740"/>
            <a:ext cx="1279345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712687" y="718457"/>
            <a:ext cx="4499428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設定排程執行頻率，最高頻率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小時一次。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2504" y="284431"/>
            <a:ext cx="32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95" y="2812287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67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26456" y="1094478"/>
            <a:ext cx="1440000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712686" y="891957"/>
            <a:ext cx="4078514" cy="8787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軌跡資料預設保留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5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年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。</a:t>
            </a:r>
            <a:endParaRPr lang="en-US" altLang="zh-TW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每次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排程完成後刪除過期資料。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2504" y="284431"/>
            <a:ext cx="32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95" y="2812287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4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71597" y="1341216"/>
            <a:ext cx="1279345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741715" y="1069747"/>
            <a:ext cx="4499428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批量筆數為每次撈取中繼軌跡資料筆數，預設每次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萬筆。</a:t>
            </a:r>
          </a:p>
        </p:txBody>
      </p:sp>
      <p:sp>
        <p:nvSpPr>
          <p:cNvPr id="6" name="矩形 5"/>
          <p:cNvSpPr/>
          <p:nvPr/>
        </p:nvSpPr>
        <p:spPr>
          <a:xfrm>
            <a:off x="522504" y="284431"/>
            <a:ext cx="324000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95" y="2812287"/>
            <a:ext cx="3810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4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69997" y="876759"/>
            <a:ext cx="4402003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1811" y="284431"/>
            <a:ext cx="537045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95" y="214774"/>
            <a:ext cx="381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6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8" y="1350625"/>
            <a:ext cx="664073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5104854" y="1155478"/>
            <a:ext cx="831488" cy="557207"/>
            <a:chOff x="5104854" y="1155478"/>
            <a:chExt cx="831488" cy="557207"/>
          </a:xfrm>
        </p:grpSpPr>
        <p:pic>
          <p:nvPicPr>
            <p:cNvPr id="18434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28" t="16848" r="35079" b="75027"/>
            <a:stretch/>
          </p:blipFill>
          <p:spPr bwMode="auto">
            <a:xfrm>
              <a:off x="5104854" y="1155478"/>
              <a:ext cx="831488" cy="557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5104854" y="1155478"/>
              <a:ext cx="802460" cy="55720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5921828" y="862244"/>
            <a:ext cx="612000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41811" y="284431"/>
            <a:ext cx="537045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95" y="214774"/>
            <a:ext cx="381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2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59656" y="1181557"/>
            <a:ext cx="5196115" cy="17938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1811" y="284431"/>
            <a:ext cx="537045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23" y="1463002"/>
            <a:ext cx="381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5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59656" y="1345521"/>
            <a:ext cx="5196115" cy="1639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99085" y="878115"/>
            <a:ext cx="1683658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1811" y="284431"/>
            <a:ext cx="537045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曲线连接符 3"/>
          <p:cNvCxnSpPr>
            <a:stCxn id="3" idx="3"/>
            <a:endCxn id="5" idx="1"/>
          </p:cNvCxnSpPr>
          <p:nvPr/>
        </p:nvCxnSpPr>
        <p:spPr>
          <a:xfrm flipV="1">
            <a:off x="5355771" y="1030515"/>
            <a:ext cx="1843314" cy="396989"/>
          </a:xfrm>
          <a:prstGeom prst="curvedConnector3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23" y="1463002"/>
            <a:ext cx="381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20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8">
            <a:extLst>
              <a:ext uri="{FF2B5EF4-FFF2-40B4-BE49-F238E27FC236}">
                <a16:creationId xmlns="" xmlns:p14="http://schemas.microsoft.com/office/powerpoint/2010/main"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551891" y="16013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rgbClr val="030157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rgbClr val="030157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15127" y="1632559"/>
            <a:ext cx="510909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800" b="1" dirty="0"/>
              <a:t>資料軌跡查詢工具</a:t>
            </a:r>
            <a:endParaRPr lang="zh-CN" altLang="en-US" sz="4800" b="1" dirty="0"/>
          </a:p>
        </p:txBody>
      </p:sp>
      <p:grpSp>
        <p:nvGrpSpPr>
          <p:cNvPr id="16" name="组合 15"/>
          <p:cNvGrpSpPr/>
          <p:nvPr/>
        </p:nvGrpSpPr>
        <p:grpSpPr>
          <a:xfrm rot="5400000" flipH="1">
            <a:off x="-533084" y="1263898"/>
            <a:ext cx="1775060" cy="708892"/>
            <a:chOff x="7560127" y="6132304"/>
            <a:chExt cx="1775060" cy="708892"/>
          </a:xfrm>
        </p:grpSpPr>
        <p:sp>
          <p:nvSpPr>
            <p:cNvPr id="17" name="等腰三角形 16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rot="5400000" flipH="1">
            <a:off x="-516280" y="1583524"/>
            <a:ext cx="1775060" cy="708892"/>
            <a:chOff x="7560127" y="6132304"/>
            <a:chExt cx="1775060" cy="708892"/>
          </a:xfrm>
        </p:grpSpPr>
        <p:sp>
          <p:nvSpPr>
            <p:cNvPr id="20" name="等腰三角形 19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 rot="5400000" flipH="1">
            <a:off x="-363880" y="1735924"/>
            <a:ext cx="1775060" cy="708892"/>
            <a:chOff x="7560127" y="6132304"/>
            <a:chExt cx="1775060" cy="708892"/>
          </a:xfrm>
        </p:grpSpPr>
        <p:sp>
          <p:nvSpPr>
            <p:cNvPr id="23" name="等腰三角形 22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5400000" flipH="1">
            <a:off x="-211480" y="1888324"/>
            <a:ext cx="1775060" cy="708892"/>
            <a:chOff x="7560127" y="6132304"/>
            <a:chExt cx="1775060" cy="708892"/>
          </a:xfrm>
        </p:grpSpPr>
        <p:sp>
          <p:nvSpPr>
            <p:cNvPr id="26" name="等腰三角形 25"/>
            <p:cNvSpPr/>
            <p:nvPr/>
          </p:nvSpPr>
          <p:spPr>
            <a:xfrm>
              <a:off x="7560127" y="6469946"/>
              <a:ext cx="772737" cy="3712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>
              <a:off x="7923180" y="6132304"/>
              <a:ext cx="1412007" cy="708892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390304" y="2196991"/>
            <a:ext cx="4753696" cy="4661010"/>
            <a:chOff x="4390304" y="2196991"/>
            <a:chExt cx="4753696" cy="4661010"/>
          </a:xfrm>
        </p:grpSpPr>
        <p:sp>
          <p:nvSpPr>
            <p:cNvPr id="29" name="任意多边形: 形状 11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02E52857-1901-43CE-BFA3-B2116F93EA80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>
              <a:off x="4740841" y="2196991"/>
              <a:ext cx="4403159" cy="4661010"/>
            </a:xfrm>
            <a:custGeom>
              <a:avLst/>
              <a:gdLst>
                <a:gd name="connsiteX0" fmla="*/ 6468068 w 6478609"/>
                <a:gd name="connsiteY0" fmla="*/ 3674209 h 6858000"/>
                <a:gd name="connsiteX1" fmla="*/ 6478609 w 6478609"/>
                <a:gd name="connsiteY1" fmla="*/ 6858000 h 6858000"/>
                <a:gd name="connsiteX2" fmla="*/ 6418877 w 6478609"/>
                <a:gd name="connsiteY2" fmla="*/ 6847469 h 6858000"/>
                <a:gd name="connsiteX3" fmla="*/ 6316981 w 6478609"/>
                <a:gd name="connsiteY3" fmla="*/ 6780775 h 6858000"/>
                <a:gd name="connsiteX4" fmla="*/ 5009905 w 6478609"/>
                <a:gd name="connsiteY4" fmla="*/ 5474964 h 6858000"/>
                <a:gd name="connsiteX5" fmla="*/ 5009905 w 6478609"/>
                <a:gd name="connsiteY5" fmla="*/ 5050225 h 6858000"/>
                <a:gd name="connsiteX6" fmla="*/ 6309954 w 6478609"/>
                <a:gd name="connsiteY6" fmla="*/ 3751434 h 6858000"/>
                <a:gd name="connsiteX7" fmla="*/ 6408336 w 6478609"/>
                <a:gd name="connsiteY7" fmla="*/ 3684740 h 6858000"/>
                <a:gd name="connsiteX8" fmla="*/ 2028882 w 6478609"/>
                <a:gd name="connsiteY8" fmla="*/ 0 h 6858000"/>
                <a:gd name="connsiteX9" fmla="*/ 5254187 w 6478609"/>
                <a:gd name="connsiteY9" fmla="*/ 2486 h 6858000"/>
                <a:gd name="connsiteX10" fmla="*/ 5254188 w 6478609"/>
                <a:gd name="connsiteY10" fmla="*/ 2487 h 6858000"/>
                <a:gd name="connsiteX11" fmla="*/ 5253400 w 6478609"/>
                <a:gd name="connsiteY11" fmla="*/ 2486 h 6858000"/>
                <a:gd name="connsiteX12" fmla="*/ 2028883 w 6478609"/>
                <a:gd name="connsiteY12" fmla="*/ 1 h 6858000"/>
                <a:gd name="connsiteX13" fmla="*/ 199717 w 6478609"/>
                <a:gd name="connsiteY13" fmla="*/ 1827184 h 6858000"/>
                <a:gd name="connsiteX14" fmla="*/ 49931 w 6478609"/>
                <a:gd name="connsiteY14" fmla="*/ 2566214 h 6858000"/>
                <a:gd name="connsiteX15" fmla="*/ 112342 w 6478609"/>
                <a:gd name="connsiteY15" fmla="*/ 2684832 h 6858000"/>
                <a:gd name="connsiteX16" fmla="*/ 112341 w 6478609"/>
                <a:gd name="connsiteY16" fmla="*/ 2684831 h 6858000"/>
                <a:gd name="connsiteX17" fmla="*/ 199716 w 6478609"/>
                <a:gd name="connsiteY17" fmla="*/ 1827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78609" h="6858000">
                  <a:moveTo>
                    <a:pt x="6468068" y="3674209"/>
                  </a:moveTo>
                  <a:cubicBezTo>
                    <a:pt x="6478609" y="6858000"/>
                    <a:pt x="6478609" y="6858000"/>
                    <a:pt x="6478609" y="6858000"/>
                  </a:cubicBezTo>
                  <a:cubicBezTo>
                    <a:pt x="6418877" y="6847469"/>
                    <a:pt x="6418877" y="6847469"/>
                    <a:pt x="6418877" y="6847469"/>
                  </a:cubicBezTo>
                  <a:cubicBezTo>
                    <a:pt x="6380227" y="6833428"/>
                    <a:pt x="6348604" y="6812367"/>
                    <a:pt x="6316981" y="6780775"/>
                  </a:cubicBezTo>
                  <a:cubicBezTo>
                    <a:pt x="5009905" y="5474964"/>
                    <a:pt x="5009905" y="5474964"/>
                    <a:pt x="5009905" y="5474964"/>
                  </a:cubicBezTo>
                  <a:cubicBezTo>
                    <a:pt x="4893955" y="5355616"/>
                    <a:pt x="4890441" y="5166063"/>
                    <a:pt x="5009905" y="5050225"/>
                  </a:cubicBezTo>
                  <a:cubicBezTo>
                    <a:pt x="6309954" y="3751434"/>
                    <a:pt x="6309954" y="3751434"/>
                    <a:pt x="6309954" y="3751434"/>
                  </a:cubicBezTo>
                  <a:cubicBezTo>
                    <a:pt x="6338063" y="3719842"/>
                    <a:pt x="6373200" y="3698781"/>
                    <a:pt x="6408336" y="3684740"/>
                  </a:cubicBezTo>
                  <a:close/>
                  <a:moveTo>
                    <a:pt x="2028882" y="0"/>
                  </a:moveTo>
                  <a:cubicBezTo>
                    <a:pt x="5254187" y="2486"/>
                    <a:pt x="5254187" y="2486"/>
                    <a:pt x="5254187" y="2486"/>
                  </a:cubicBezTo>
                  <a:lnTo>
                    <a:pt x="5254188" y="2487"/>
                  </a:lnTo>
                  <a:lnTo>
                    <a:pt x="5253400" y="2486"/>
                  </a:lnTo>
                  <a:cubicBezTo>
                    <a:pt x="5241589" y="2477"/>
                    <a:pt x="5052606" y="2332"/>
                    <a:pt x="2028883" y="1"/>
                  </a:cubicBezTo>
                  <a:lnTo>
                    <a:pt x="199717" y="1827184"/>
                  </a:lnTo>
                  <a:cubicBezTo>
                    <a:pt x="2" y="2026683"/>
                    <a:pt x="-49927" y="2319871"/>
                    <a:pt x="49931" y="2566214"/>
                  </a:cubicBezTo>
                  <a:lnTo>
                    <a:pt x="112342" y="2684832"/>
                  </a:lnTo>
                  <a:lnTo>
                    <a:pt x="112341" y="2684831"/>
                  </a:lnTo>
                  <a:cubicBezTo>
                    <a:pt x="-62410" y="2420202"/>
                    <a:pt x="-33285" y="2059932"/>
                    <a:pt x="199716" y="182718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 6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AAC8D781-2DD2-4F6B-A212-6A20D52AEF8F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 flipH="1" flipV="1">
              <a:off x="4390304" y="4315417"/>
              <a:ext cx="3659480" cy="2540214"/>
            </a:xfrm>
            <a:custGeom>
              <a:avLst/>
              <a:gdLst>
                <a:gd name="T0" fmla="*/ 790 w 1580"/>
                <a:gd name="T1" fmla="*/ 0 h 1098"/>
                <a:gd name="T2" fmla="*/ 893 w 1580"/>
                <a:gd name="T3" fmla="*/ 43 h 1098"/>
                <a:gd name="T4" fmla="*/ 1524 w 1580"/>
                <a:gd name="T5" fmla="*/ 673 h 1098"/>
                <a:gd name="T6" fmla="*/ 1524 w 1580"/>
                <a:gd name="T7" fmla="*/ 879 h 1098"/>
                <a:gd name="T8" fmla="*/ 1305 w 1580"/>
                <a:gd name="T9" fmla="*/ 1098 h 1098"/>
                <a:gd name="T10" fmla="*/ 276 w 1580"/>
                <a:gd name="T11" fmla="*/ 1097 h 1098"/>
                <a:gd name="T12" fmla="*/ 57 w 1580"/>
                <a:gd name="T13" fmla="*/ 878 h 1098"/>
                <a:gd name="T14" fmla="*/ 57 w 1580"/>
                <a:gd name="T15" fmla="*/ 673 h 1098"/>
                <a:gd name="T16" fmla="*/ 687 w 1580"/>
                <a:gd name="T17" fmla="*/ 43 h 1098"/>
                <a:gd name="T18" fmla="*/ 790 w 1580"/>
                <a:gd name="T19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0" h="1098">
                  <a:moveTo>
                    <a:pt x="790" y="0"/>
                  </a:moveTo>
                  <a:cubicBezTo>
                    <a:pt x="827" y="0"/>
                    <a:pt x="864" y="14"/>
                    <a:pt x="893" y="43"/>
                  </a:cubicBezTo>
                  <a:cubicBezTo>
                    <a:pt x="1524" y="673"/>
                    <a:pt x="1524" y="673"/>
                    <a:pt x="1524" y="673"/>
                  </a:cubicBezTo>
                  <a:cubicBezTo>
                    <a:pt x="1580" y="730"/>
                    <a:pt x="1580" y="822"/>
                    <a:pt x="1524" y="879"/>
                  </a:cubicBezTo>
                  <a:cubicBezTo>
                    <a:pt x="1305" y="1098"/>
                    <a:pt x="1305" y="1098"/>
                    <a:pt x="1305" y="1098"/>
                  </a:cubicBezTo>
                  <a:cubicBezTo>
                    <a:pt x="276" y="1097"/>
                    <a:pt x="276" y="1097"/>
                    <a:pt x="276" y="1097"/>
                  </a:cubicBezTo>
                  <a:cubicBezTo>
                    <a:pt x="57" y="878"/>
                    <a:pt x="57" y="878"/>
                    <a:pt x="57" y="878"/>
                  </a:cubicBezTo>
                  <a:cubicBezTo>
                    <a:pt x="0" y="821"/>
                    <a:pt x="0" y="729"/>
                    <a:pt x="57" y="673"/>
                  </a:cubicBezTo>
                  <a:cubicBezTo>
                    <a:pt x="687" y="43"/>
                    <a:pt x="687" y="43"/>
                    <a:pt x="687" y="43"/>
                  </a:cubicBezTo>
                  <a:cubicBezTo>
                    <a:pt x="716" y="14"/>
                    <a:pt x="753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rgbClr val="030157"/>
                </a:gs>
                <a:gs pos="100000">
                  <a:srgbClr val="1D25AA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任意多边形: 形状 13">
              <a:extLst>
                <a:ext uri="{FF2B5EF4-FFF2-40B4-BE49-F238E27FC236}">
                  <a16:creationId xmlns="" xmlns:p14="http://schemas.microsoft.com/office/powerpoint/2010/main" xmlns:a16="http://schemas.microsoft.com/office/drawing/2014/main" id="{53D20E5F-42EE-47CD-A07B-108C9BD4D2D4}"/>
                </a:ext>
              </a:extLst>
            </p:cNvPr>
            <p:cNvSpPr/>
            <p:nvPr userDrawn="1"/>
          </p:nvSpPr>
          <p:spPr>
            <a:xfrm flipH="1">
              <a:off x="4740841" y="2814428"/>
              <a:ext cx="4403157" cy="4043573"/>
            </a:xfrm>
            <a:custGeom>
              <a:avLst/>
              <a:gdLst>
                <a:gd name="connsiteX0" fmla="*/ 2834585 w 6478607"/>
                <a:gd name="connsiteY0" fmla="*/ 0 h 5949531"/>
                <a:gd name="connsiteX1" fmla="*/ 3317385 w 6478607"/>
                <a:gd name="connsiteY1" fmla="*/ 199498 h 5949531"/>
                <a:gd name="connsiteX2" fmla="*/ 6278892 w 6478607"/>
                <a:gd name="connsiteY2" fmla="*/ 3157794 h 5949531"/>
                <a:gd name="connsiteX3" fmla="*/ 6278892 w 6478607"/>
                <a:gd name="connsiteY3" fmla="*/ 4122348 h 5949531"/>
                <a:gd name="connsiteX4" fmla="*/ 4449726 w 6478607"/>
                <a:gd name="connsiteY4" fmla="*/ 5949531 h 5949531"/>
                <a:gd name="connsiteX5" fmla="*/ 1224421 w 6478607"/>
                <a:gd name="connsiteY5" fmla="*/ 5947045 h 5949531"/>
                <a:gd name="connsiteX6" fmla="*/ 0 w 6478607"/>
                <a:gd name="connsiteY6" fmla="*/ 4723951 h 5949531"/>
                <a:gd name="connsiteX7" fmla="*/ 0 w 6478607"/>
                <a:gd name="connsiteY7" fmla="*/ 2548733 h 5949531"/>
                <a:gd name="connsiteX8" fmla="*/ 2351785 w 6478607"/>
                <a:gd name="connsiteY8" fmla="*/ 199498 h 5949531"/>
                <a:gd name="connsiteX9" fmla="*/ 2834585 w 6478607"/>
                <a:gd name="connsiteY9" fmla="*/ 0 h 59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8607" h="5949531">
                  <a:moveTo>
                    <a:pt x="2834585" y="0"/>
                  </a:moveTo>
                  <a:cubicBezTo>
                    <a:pt x="3009414" y="0"/>
                    <a:pt x="3184242" y="66499"/>
                    <a:pt x="3317385" y="199498"/>
                  </a:cubicBezTo>
                  <a:cubicBezTo>
                    <a:pt x="6278892" y="3157794"/>
                    <a:pt x="6278892" y="3157794"/>
                    <a:pt x="6278892" y="3157794"/>
                  </a:cubicBezTo>
                  <a:cubicBezTo>
                    <a:pt x="6545179" y="3423793"/>
                    <a:pt x="6545179" y="3856350"/>
                    <a:pt x="6278892" y="4122348"/>
                  </a:cubicBezTo>
                  <a:lnTo>
                    <a:pt x="4449726" y="5949531"/>
                  </a:lnTo>
                  <a:cubicBezTo>
                    <a:pt x="1224421" y="5947045"/>
                    <a:pt x="1224421" y="5947045"/>
                    <a:pt x="1224421" y="5947045"/>
                  </a:cubicBezTo>
                  <a:cubicBezTo>
                    <a:pt x="0" y="4723951"/>
                    <a:pt x="0" y="4723951"/>
                    <a:pt x="0" y="4723951"/>
                  </a:cubicBezTo>
                  <a:cubicBezTo>
                    <a:pt x="0" y="2548733"/>
                    <a:pt x="0" y="2548733"/>
                    <a:pt x="0" y="2548733"/>
                  </a:cubicBezTo>
                  <a:cubicBezTo>
                    <a:pt x="2351785" y="199498"/>
                    <a:pt x="2351785" y="199498"/>
                    <a:pt x="2351785" y="199498"/>
                  </a:cubicBezTo>
                  <a:cubicBezTo>
                    <a:pt x="2484928" y="66499"/>
                    <a:pt x="2659757" y="0"/>
                    <a:pt x="2834585" y="0"/>
                  </a:cubicBezTo>
                  <a:close/>
                </a:path>
              </a:pathLst>
            </a:custGeom>
            <a:blipFill>
              <a:blip r:embed="rId2">
                <a:duotone>
                  <a:srgbClr val="423FA5">
                    <a:shade val="45000"/>
                    <a:satMod val="135000"/>
                  </a:srgbClr>
                  <a:prstClr val="white"/>
                </a:duotone>
              </a:blip>
              <a:stretch>
                <a:fillRect l="-18912" r="-1883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320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矩形 2"/>
          <p:cNvSpPr/>
          <p:nvPr/>
        </p:nvSpPr>
        <p:spPr>
          <a:xfrm>
            <a:off x="1683657" y="2017488"/>
            <a:ext cx="2220686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622014" y="2268940"/>
            <a:ext cx="6152540" cy="9852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43" name="组合 4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a16="http://schemas.microsoft.com/office/drawing/2014/main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1675524" y="2430569"/>
            <a:ext cx="665162" cy="664197"/>
            <a:chOff x="3906838" y="1244601"/>
            <a:chExt cx="4376738" cy="4370387"/>
          </a:xfrm>
        </p:grpSpPr>
        <p:sp>
          <p:nvSpPr>
            <p:cNvPr id="44" name="íṣḻíḓè">
              <a:extLst>
                <a:ext uri="{FF2B5EF4-FFF2-40B4-BE49-F238E27FC236}">
                  <a16:creationId xmlns="" xmlns:a16="http://schemas.microsoft.com/office/drawing/2014/main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îṧ1iḍè">
              <a:extLst>
                <a:ext uri="{FF2B5EF4-FFF2-40B4-BE49-F238E27FC236}">
                  <a16:creationId xmlns="" xmlns:a16="http://schemas.microsoft.com/office/drawing/2014/main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ṩḻiḑe">
              <a:extLst>
                <a:ext uri="{FF2B5EF4-FFF2-40B4-BE49-F238E27FC236}">
                  <a16:creationId xmlns="" xmlns:a16="http://schemas.microsoft.com/office/drawing/2014/main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ľïdé">
              <a:extLst>
                <a:ext uri="{FF2B5EF4-FFF2-40B4-BE49-F238E27FC236}">
                  <a16:creationId xmlns="" xmlns:a16="http://schemas.microsoft.com/office/drawing/2014/main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ṣḷïdé">
              <a:extLst>
                <a:ext uri="{FF2B5EF4-FFF2-40B4-BE49-F238E27FC236}">
                  <a16:creationId xmlns="" xmlns:a16="http://schemas.microsoft.com/office/drawing/2014/main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i$ḻiḋe">
              <a:extLst>
                <a:ext uri="{FF2B5EF4-FFF2-40B4-BE49-F238E27FC236}">
                  <a16:creationId xmlns="" xmlns:a16="http://schemas.microsoft.com/office/drawing/2014/main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şľîḍè">
              <a:extLst>
                <a:ext uri="{FF2B5EF4-FFF2-40B4-BE49-F238E27FC236}">
                  <a16:creationId xmlns="" xmlns:a16="http://schemas.microsoft.com/office/drawing/2014/main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iSḻïďê">
              <a:extLst>
                <a:ext uri="{FF2B5EF4-FFF2-40B4-BE49-F238E27FC236}">
                  <a16:creationId xmlns="" xmlns:a16="http://schemas.microsoft.com/office/drawing/2014/main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slîḑê">
              <a:extLst>
                <a:ext uri="{FF2B5EF4-FFF2-40B4-BE49-F238E27FC236}">
                  <a16:creationId xmlns="" xmlns:a16="http://schemas.microsoft.com/office/drawing/2014/main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ṥľíḋe">
              <a:extLst>
                <a:ext uri="{FF2B5EF4-FFF2-40B4-BE49-F238E27FC236}">
                  <a16:creationId xmlns="" xmlns:a16="http://schemas.microsoft.com/office/drawing/2014/main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îṣļîde">
              <a:extLst>
                <a:ext uri="{FF2B5EF4-FFF2-40B4-BE49-F238E27FC236}">
                  <a16:creationId xmlns="" xmlns:a16="http://schemas.microsoft.com/office/drawing/2014/main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íślîḑé">
              <a:extLst>
                <a:ext uri="{FF2B5EF4-FFF2-40B4-BE49-F238E27FC236}">
                  <a16:creationId xmlns="" xmlns:a16="http://schemas.microsoft.com/office/drawing/2014/main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ṣḷiḓe">
              <a:extLst>
                <a:ext uri="{FF2B5EF4-FFF2-40B4-BE49-F238E27FC236}">
                  <a16:creationId xmlns="" xmlns:a16="http://schemas.microsoft.com/office/drawing/2014/main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î$ḷïḓe">
              <a:extLst>
                <a:ext uri="{FF2B5EF4-FFF2-40B4-BE49-F238E27FC236}">
                  <a16:creationId xmlns="" xmlns:a16="http://schemas.microsoft.com/office/drawing/2014/main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8" name="矩形 57"/>
          <p:cNvSpPr/>
          <p:nvPr/>
        </p:nvSpPr>
        <p:spPr>
          <a:xfrm>
            <a:off x="2444670" y="2494070"/>
            <a:ext cx="4905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2400" b="1" dirty="0" smtClean="0">
                <a:solidFill>
                  <a:schemeClr val="bg1"/>
                </a:solidFill>
              </a:rPr>
              <a:t>限定</a:t>
            </a:r>
            <a:r>
              <a:rPr lang="zh-TW" altLang="en-US" sz="2400" b="1" dirty="0">
                <a:solidFill>
                  <a:schemeClr val="bg1"/>
                </a:solidFill>
              </a:rPr>
              <a:t>本機需安裝</a:t>
            </a:r>
            <a:r>
              <a:rPr lang="en-US" altLang="zh-TW" sz="2400" b="1" dirty="0">
                <a:solidFill>
                  <a:schemeClr val="bg1"/>
                </a:solidFill>
                <a:sym typeface="+mn-ea"/>
              </a:rPr>
              <a:t>Maria DB</a:t>
            </a:r>
            <a:r>
              <a:rPr lang="zh-TW" altLang="en-US" sz="2400" b="1" dirty="0">
                <a:solidFill>
                  <a:schemeClr val="bg1"/>
                </a:solidFill>
                <a:sym typeface="+mn-ea"/>
              </a:rPr>
              <a:t>才能</a:t>
            </a:r>
            <a:r>
              <a:rPr lang="zh-TW" altLang="en-US" sz="2400" b="1" dirty="0" smtClean="0">
                <a:solidFill>
                  <a:schemeClr val="bg1"/>
                </a:solidFill>
                <a:sym typeface="+mn-ea"/>
              </a:rPr>
              <a:t>使用</a:t>
            </a:r>
            <a:endParaRPr lang="zh-TW" altLang="en-US" sz="2400" b="1" dirty="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68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672"/>
            <a:stretch/>
          </p:blipFill>
          <p:spPr bwMode="auto">
            <a:xfrm>
              <a:off x="0" y="0"/>
              <a:ext cx="7358743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/>
            <a:stretch/>
          </p:blipFill>
          <p:spPr bwMode="auto">
            <a:xfrm>
              <a:off x="7126514" y="0"/>
              <a:ext cx="2017486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0739" y="857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264" y="4162425"/>
              <a:ext cx="476250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2" r="39672" b="4974"/>
            <a:stretch/>
          </p:blipFill>
          <p:spPr bwMode="auto">
            <a:xfrm>
              <a:off x="0" y="5630780"/>
              <a:ext cx="7358743" cy="1227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60" t="59398" b="5185"/>
            <a:stretch/>
          </p:blipFill>
          <p:spPr bwMode="auto">
            <a:xfrm>
              <a:off x="7126514" y="4429124"/>
              <a:ext cx="2017486" cy="2428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6971165" y="5848491"/>
              <a:ext cx="1606778" cy="686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矩形 69"/>
          <p:cNvSpPr/>
          <p:nvPr/>
        </p:nvSpPr>
        <p:spPr>
          <a:xfrm>
            <a:off x="0" y="2378451"/>
            <a:ext cx="9144000" cy="4479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683657" y="2017488"/>
            <a:ext cx="2220686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449943" y="2482326"/>
            <a:ext cx="8507979" cy="1343213"/>
            <a:chOff x="261257" y="2691758"/>
            <a:chExt cx="8507979" cy="1343213"/>
          </a:xfrm>
        </p:grpSpPr>
        <p:sp>
          <p:nvSpPr>
            <p:cNvPr id="2" name="矩形 1"/>
            <p:cNvSpPr/>
            <p:nvPr/>
          </p:nvSpPr>
          <p:spPr>
            <a:xfrm>
              <a:off x="449943" y="2898860"/>
              <a:ext cx="8319293" cy="11361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49805" y="2691758"/>
              <a:ext cx="315983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不卡控</a:t>
              </a:r>
              <a:r>
                <a:rPr lang="en-US" altLang="zh-TW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ERP</a:t>
              </a:r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資料權限</a:t>
              </a:r>
              <a:r>
                <a:rPr lang="en-US" altLang="zh-TW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: </a:t>
              </a:r>
              <a:endParaRPr lang="zh-CN" altLang="en-US" sz="2400" dirty="0">
                <a:solidFill>
                  <a:srgbClr val="0070C0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61257" y="3146762"/>
              <a:ext cx="836603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查詢介面異動軌跡資料不卡控</a:t>
              </a:r>
              <a:r>
                <a:rPr lang="en-US" altLang="zh-TW" sz="2000" dirty="0">
                  <a:ea typeface="微軟正黑體" panose="020B0604030504040204" pitchFamily="34" charset="-120"/>
                  <a:sym typeface="+mn-ea"/>
                </a:rPr>
                <a:t>ERP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使用者權限顯示資料內容，關係到重要</a:t>
              </a:r>
              <a:r>
                <a:rPr lang="en-US" altLang="zh-TW" sz="2000" dirty="0">
                  <a:ea typeface="微軟正黑體" panose="020B0604030504040204" pitchFamily="34" charset="-120"/>
                  <a:sym typeface="+mn-ea"/>
                </a:rPr>
                <a:t>ERP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資料</a:t>
              </a:r>
              <a:r>
                <a:rPr lang="zh-TW" altLang="en-US" sz="2000" dirty="0" smtClean="0">
                  <a:ea typeface="微軟正黑體" panose="020B0604030504040204" pitchFamily="34" charset="-120"/>
                  <a:sym typeface="+mn-ea"/>
                </a:rPr>
                <a:t>保密性</a:t>
              </a:r>
              <a:r>
                <a:rPr lang="zh-CN" altLang="en-US" sz="2000" dirty="0" smtClean="0">
                  <a:ea typeface="微軟正黑體" panose="020B0604030504040204" pitchFamily="34" charset="-120"/>
                  <a:sym typeface="+mn-ea"/>
                </a:rPr>
                <a:t>，</a:t>
              </a:r>
              <a:r>
                <a:rPr lang="zh-TW" altLang="en-US" sz="2000" dirty="0" smtClean="0">
                  <a:ea typeface="微軟正黑體" panose="020B0604030504040204" pitchFamily="34" charset="-120"/>
                  <a:sym typeface="+mn-ea"/>
                </a:rPr>
                <a:t>執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行此工具人員必須為公司內核心重要人</a:t>
              </a:r>
              <a:r>
                <a:rPr lang="zh-TW" altLang="en-US" sz="2000" dirty="0" smtClean="0">
                  <a:ea typeface="微軟正黑體" panose="020B0604030504040204" pitchFamily="34" charset="-120"/>
                  <a:sym typeface="+mn-ea"/>
                </a:rPr>
                <a:t>員。</a:t>
              </a:r>
              <a:endParaRPr lang="en-US" altLang="zh-TW" sz="2000" dirty="0">
                <a:ea typeface="微軟正黑體" panose="020B0604030504040204" pitchFamily="34" charset="-120"/>
                <a:sym typeface="+mn-ea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49943" y="4040337"/>
            <a:ext cx="8507979" cy="1008743"/>
            <a:chOff x="261257" y="2691758"/>
            <a:chExt cx="8507979" cy="1008743"/>
          </a:xfrm>
        </p:grpSpPr>
        <p:sp>
          <p:nvSpPr>
            <p:cNvPr id="59" name="矩形 58"/>
            <p:cNvSpPr/>
            <p:nvPr/>
          </p:nvSpPr>
          <p:spPr>
            <a:xfrm>
              <a:off x="449943" y="2898860"/>
              <a:ext cx="8319293" cy="8016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649805" y="2691758"/>
              <a:ext cx="252665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不提供匯出功能</a:t>
              </a:r>
              <a:r>
                <a:rPr lang="en-US" altLang="zh-TW" sz="2400" b="1" dirty="0" smtClean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: </a:t>
              </a:r>
              <a:endParaRPr lang="zh-CN" altLang="en-US" sz="2400" dirty="0">
                <a:solidFill>
                  <a:srgbClr val="0070C0"/>
                </a:solidFill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261257" y="3146762"/>
              <a:ext cx="836603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關係到</a:t>
              </a:r>
              <a:r>
                <a:rPr lang="en-US" altLang="zh-TW" sz="2000" dirty="0">
                  <a:ea typeface="微軟正黑體" panose="020B0604030504040204" pitchFamily="34" charset="-120"/>
                  <a:sym typeface="+mn-ea"/>
                </a:rPr>
                <a:t>ERP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資料保密及不可被任意篡改資料流。</a:t>
              </a:r>
              <a:endParaRPr lang="en-US" altLang="zh-TW" sz="2000" dirty="0">
                <a:ea typeface="微軟正黑體" panose="020B0604030504040204" pitchFamily="34" charset="-120"/>
                <a:sym typeface="+mn-ea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49943" y="5263877"/>
            <a:ext cx="8507979" cy="1008743"/>
            <a:chOff x="261257" y="2691758"/>
            <a:chExt cx="8507979" cy="1008743"/>
          </a:xfrm>
        </p:grpSpPr>
        <p:sp>
          <p:nvSpPr>
            <p:cNvPr id="67" name="矩形 66"/>
            <p:cNvSpPr/>
            <p:nvPr/>
          </p:nvSpPr>
          <p:spPr>
            <a:xfrm>
              <a:off x="449943" y="2898860"/>
              <a:ext cx="8319293" cy="8016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649805" y="2691758"/>
              <a:ext cx="625889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查詢的資料內容為原始 </a:t>
              </a:r>
              <a:r>
                <a:rPr lang="en-US" altLang="zh-TW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ERP </a:t>
              </a:r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 </a:t>
              </a:r>
              <a:r>
                <a:rPr lang="en-US" altLang="zh-TW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TABLE</a:t>
              </a:r>
              <a:r>
                <a:rPr lang="zh-TW" altLang="en-US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儲存值</a:t>
              </a:r>
              <a:r>
                <a:rPr lang="en-US" altLang="zh-TW" sz="2400" b="1" dirty="0">
                  <a:solidFill>
                    <a:srgbClr val="0070C0"/>
                  </a:solidFill>
                  <a:ea typeface="微軟正黑體" panose="020B0604030504040204" pitchFamily="34" charset="-120"/>
                  <a:sym typeface="+mn-ea"/>
                </a:rPr>
                <a:t>: </a:t>
              </a:r>
              <a:endParaRPr lang="zh-CN" altLang="en-US" sz="2400" b="1" dirty="0">
                <a:solidFill>
                  <a:srgbClr val="0070C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261257" y="3146762"/>
              <a:ext cx="836603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提供內存外顯</a:t>
              </a:r>
              <a:r>
                <a:rPr lang="en-US" altLang="zh-TW" sz="2000" dirty="0">
                  <a:ea typeface="微軟正黑體" panose="020B0604030504040204" pitchFamily="34" charset="-120"/>
                  <a:sym typeface="+mn-ea"/>
                </a:rPr>
                <a:t>/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金額數字欄位格式</a:t>
              </a:r>
              <a:r>
                <a:rPr lang="en-US" altLang="zh-TW" sz="2000" dirty="0">
                  <a:ea typeface="微軟正黑體" panose="020B0604030504040204" pitchFamily="34" charset="-120"/>
                  <a:sym typeface="+mn-ea"/>
                </a:rPr>
                <a:t>/</a:t>
              </a:r>
              <a:r>
                <a:rPr lang="zh-TW" altLang="en-US" sz="2000" dirty="0">
                  <a:ea typeface="微軟正黑體" panose="020B0604030504040204" pitchFamily="34" charset="-120"/>
                  <a:sym typeface="+mn-ea"/>
                </a:rPr>
                <a:t>日期格式等等相關格式顯示方式</a:t>
              </a:r>
              <a:r>
                <a:rPr lang="zh-TW" altLang="en-US" sz="2000" dirty="0" smtClean="0">
                  <a:ea typeface="微軟正黑體" panose="020B0604030504040204" pitchFamily="34" charset="-120"/>
                  <a:sym typeface="+mn-ea"/>
                </a:rPr>
                <a:t>。</a:t>
              </a:r>
              <a:endParaRPr lang="zh-TW" altLang="zh-CN" sz="2000" b="1" dirty="0"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2" name="组合 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a16="http://schemas.microsoft.com/office/drawing/2014/main" id="{AC23F659-EE00-4680-9566-13A416658B3B}"/>
              </a:ext>
            </a:extLst>
          </p:cNvPr>
          <p:cNvGrpSpPr>
            <a:grpSpLocks noChangeAspect="1"/>
          </p:cNvGrpSpPr>
          <p:nvPr/>
        </p:nvGrpSpPr>
        <p:grpSpPr>
          <a:xfrm>
            <a:off x="1018495" y="1793389"/>
            <a:ext cx="665162" cy="664197"/>
            <a:chOff x="3906838" y="1244601"/>
            <a:chExt cx="4376738" cy="4370387"/>
          </a:xfrm>
        </p:grpSpPr>
        <p:sp>
          <p:nvSpPr>
            <p:cNvPr id="43" name="íṣḻíḓè">
              <a:extLst>
                <a:ext uri="{FF2B5EF4-FFF2-40B4-BE49-F238E27FC236}">
                  <a16:creationId xmlns="" xmlns:a16="http://schemas.microsoft.com/office/drawing/2014/main" id="{640F84A8-E3D1-4451-B2E8-6F947E90F198}"/>
                </a:ext>
              </a:extLst>
            </p:cNvPr>
            <p:cNvSpPr/>
            <p:nvPr/>
          </p:nvSpPr>
          <p:spPr bwMode="auto">
            <a:xfrm>
              <a:off x="5454651" y="4325938"/>
              <a:ext cx="1281113" cy="1289050"/>
            </a:xfrm>
            <a:custGeom>
              <a:avLst/>
              <a:gdLst>
                <a:gd name="T0" fmla="*/ 600 w 600"/>
                <a:gd name="T1" fmla="*/ 60 h 604"/>
                <a:gd name="T2" fmla="*/ 600 w 600"/>
                <a:gd name="T3" fmla="*/ 300 h 604"/>
                <a:gd name="T4" fmla="*/ 300 w 600"/>
                <a:gd name="T5" fmla="*/ 604 h 604"/>
                <a:gd name="T6" fmla="*/ 0 w 600"/>
                <a:gd name="T7" fmla="*/ 300 h 604"/>
                <a:gd name="T8" fmla="*/ 0 w 600"/>
                <a:gd name="T9" fmla="*/ 60 h 604"/>
                <a:gd name="T10" fmla="*/ 60 w 600"/>
                <a:gd name="T11" fmla="*/ 0 h 604"/>
                <a:gd name="T12" fmla="*/ 540 w 600"/>
                <a:gd name="T13" fmla="*/ 0 h 604"/>
                <a:gd name="T14" fmla="*/ 600 w 600"/>
                <a:gd name="T15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0" h="604">
                  <a:moveTo>
                    <a:pt x="600" y="60"/>
                  </a:moveTo>
                  <a:cubicBezTo>
                    <a:pt x="600" y="300"/>
                    <a:pt x="600" y="300"/>
                    <a:pt x="600" y="300"/>
                  </a:cubicBezTo>
                  <a:cubicBezTo>
                    <a:pt x="600" y="466"/>
                    <a:pt x="466" y="604"/>
                    <a:pt x="300" y="604"/>
                  </a:cubicBezTo>
                  <a:cubicBezTo>
                    <a:pt x="134" y="604"/>
                    <a:pt x="0" y="466"/>
                    <a:pt x="0" y="30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74" y="0"/>
                    <a:pt x="600" y="26"/>
                    <a:pt x="60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ṧ1iḍè">
              <a:extLst>
                <a:ext uri="{FF2B5EF4-FFF2-40B4-BE49-F238E27FC236}">
                  <a16:creationId xmlns="" xmlns:a16="http://schemas.microsoft.com/office/drawing/2014/main" id="{26EAC95D-BCB9-41D1-A046-DD7C26D41539}"/>
                </a:ext>
              </a:extLst>
            </p:cNvPr>
            <p:cNvSpPr/>
            <p:nvPr/>
          </p:nvSpPr>
          <p:spPr bwMode="auto">
            <a:xfrm>
              <a:off x="6094413" y="4325938"/>
              <a:ext cx="641350" cy="1289050"/>
            </a:xfrm>
            <a:custGeom>
              <a:avLst/>
              <a:gdLst>
                <a:gd name="T0" fmla="*/ 300 w 300"/>
                <a:gd name="T1" fmla="*/ 60 h 604"/>
                <a:gd name="T2" fmla="*/ 300 w 300"/>
                <a:gd name="T3" fmla="*/ 300 h 604"/>
                <a:gd name="T4" fmla="*/ 0 w 300"/>
                <a:gd name="T5" fmla="*/ 604 h 604"/>
                <a:gd name="T6" fmla="*/ 0 w 300"/>
                <a:gd name="T7" fmla="*/ 0 h 604"/>
                <a:gd name="T8" fmla="*/ 240 w 300"/>
                <a:gd name="T9" fmla="*/ 0 h 604"/>
                <a:gd name="T10" fmla="*/ 300 w 300"/>
                <a:gd name="T11" fmla="*/ 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604">
                  <a:moveTo>
                    <a:pt x="300" y="60"/>
                  </a:moveTo>
                  <a:cubicBezTo>
                    <a:pt x="300" y="300"/>
                    <a:pt x="300" y="300"/>
                    <a:pt x="300" y="300"/>
                  </a:cubicBezTo>
                  <a:cubicBezTo>
                    <a:pt x="300" y="466"/>
                    <a:pt x="166" y="604"/>
                    <a:pt x="0" y="6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74" y="0"/>
                    <a:pt x="300" y="26"/>
                    <a:pt x="300" y="60"/>
                  </a:cubicBezTo>
                  <a:close/>
                </a:path>
              </a:pathLst>
            </a:custGeom>
            <a:solidFill>
              <a:srgbClr val="B0D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íṩḻiḑe">
              <a:extLst>
                <a:ext uri="{FF2B5EF4-FFF2-40B4-BE49-F238E27FC236}">
                  <a16:creationId xmlns="" xmlns:a16="http://schemas.microsoft.com/office/drawing/2014/main" id="{49B148E2-5221-4CC7-ADEB-C0367BF8E3A9}"/>
                </a:ext>
              </a:extLst>
            </p:cNvPr>
            <p:cNvSpPr/>
            <p:nvPr/>
          </p:nvSpPr>
          <p:spPr bwMode="auto">
            <a:xfrm>
              <a:off x="4635501" y="1244601"/>
              <a:ext cx="2870200" cy="3338513"/>
            </a:xfrm>
            <a:custGeom>
              <a:avLst/>
              <a:gdLst>
                <a:gd name="T0" fmla="*/ 1343 w 1343"/>
                <a:gd name="T1" fmla="*/ 660 h 1564"/>
                <a:gd name="T2" fmla="*/ 1218 w 1343"/>
                <a:gd name="T3" fmla="*/ 1044 h 1564"/>
                <a:gd name="T4" fmla="*/ 1103 w 1343"/>
                <a:gd name="T5" fmla="*/ 1368 h 1564"/>
                <a:gd name="T6" fmla="*/ 1103 w 1343"/>
                <a:gd name="T7" fmla="*/ 1380 h 1564"/>
                <a:gd name="T8" fmla="*/ 923 w 1343"/>
                <a:gd name="T9" fmla="*/ 1564 h 1564"/>
                <a:gd name="T10" fmla="*/ 743 w 1343"/>
                <a:gd name="T11" fmla="*/ 1564 h 1564"/>
                <a:gd name="T12" fmla="*/ 683 w 1343"/>
                <a:gd name="T13" fmla="*/ 1444 h 1564"/>
                <a:gd name="T14" fmla="*/ 623 w 1343"/>
                <a:gd name="T15" fmla="*/ 1564 h 1564"/>
                <a:gd name="T16" fmla="*/ 443 w 1343"/>
                <a:gd name="T17" fmla="*/ 1564 h 1564"/>
                <a:gd name="T18" fmla="*/ 263 w 1343"/>
                <a:gd name="T19" fmla="*/ 1380 h 1564"/>
                <a:gd name="T20" fmla="*/ 263 w 1343"/>
                <a:gd name="T21" fmla="*/ 1357 h 1564"/>
                <a:gd name="T22" fmla="*/ 153 w 1343"/>
                <a:gd name="T23" fmla="*/ 1050 h 1564"/>
                <a:gd name="T24" fmla="*/ 34 w 1343"/>
                <a:gd name="T25" fmla="*/ 538 h 1564"/>
                <a:gd name="T26" fmla="*/ 543 w 1343"/>
                <a:gd name="T27" fmla="*/ 14 h 1564"/>
                <a:gd name="T28" fmla="*/ 683 w 1343"/>
                <a:gd name="T29" fmla="*/ 0 h 1564"/>
                <a:gd name="T30" fmla="*/ 1099 w 1343"/>
                <a:gd name="T31" fmla="*/ 148 h 1564"/>
                <a:gd name="T32" fmla="*/ 1343 w 1343"/>
                <a:gd name="T33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3" h="1564">
                  <a:moveTo>
                    <a:pt x="1343" y="660"/>
                  </a:moveTo>
                  <a:cubicBezTo>
                    <a:pt x="1343" y="798"/>
                    <a:pt x="1300" y="931"/>
                    <a:pt x="1218" y="1044"/>
                  </a:cubicBezTo>
                  <a:cubicBezTo>
                    <a:pt x="1143" y="1147"/>
                    <a:pt x="1103" y="1260"/>
                    <a:pt x="1103" y="1368"/>
                  </a:cubicBezTo>
                  <a:cubicBezTo>
                    <a:pt x="1103" y="1380"/>
                    <a:pt x="1103" y="1380"/>
                    <a:pt x="1103" y="1380"/>
                  </a:cubicBezTo>
                  <a:cubicBezTo>
                    <a:pt x="1103" y="1480"/>
                    <a:pt x="1023" y="1564"/>
                    <a:pt x="923" y="1564"/>
                  </a:cubicBezTo>
                  <a:cubicBezTo>
                    <a:pt x="743" y="1564"/>
                    <a:pt x="743" y="1564"/>
                    <a:pt x="743" y="1564"/>
                  </a:cubicBezTo>
                  <a:cubicBezTo>
                    <a:pt x="683" y="1444"/>
                    <a:pt x="683" y="1444"/>
                    <a:pt x="683" y="1444"/>
                  </a:cubicBezTo>
                  <a:cubicBezTo>
                    <a:pt x="623" y="1564"/>
                    <a:pt x="623" y="1564"/>
                    <a:pt x="623" y="1564"/>
                  </a:cubicBezTo>
                  <a:cubicBezTo>
                    <a:pt x="443" y="1564"/>
                    <a:pt x="443" y="1564"/>
                    <a:pt x="443" y="1564"/>
                  </a:cubicBezTo>
                  <a:cubicBezTo>
                    <a:pt x="343" y="1564"/>
                    <a:pt x="263" y="1480"/>
                    <a:pt x="263" y="1380"/>
                  </a:cubicBezTo>
                  <a:cubicBezTo>
                    <a:pt x="263" y="1357"/>
                    <a:pt x="263" y="1357"/>
                    <a:pt x="263" y="1357"/>
                  </a:cubicBezTo>
                  <a:cubicBezTo>
                    <a:pt x="263" y="1254"/>
                    <a:pt x="225" y="1147"/>
                    <a:pt x="153" y="1050"/>
                  </a:cubicBezTo>
                  <a:cubicBezTo>
                    <a:pt x="42" y="902"/>
                    <a:pt x="0" y="720"/>
                    <a:pt x="34" y="538"/>
                  </a:cubicBezTo>
                  <a:cubicBezTo>
                    <a:pt x="82" y="277"/>
                    <a:pt x="286" y="67"/>
                    <a:pt x="543" y="14"/>
                  </a:cubicBezTo>
                  <a:cubicBezTo>
                    <a:pt x="589" y="5"/>
                    <a:pt x="636" y="0"/>
                    <a:pt x="683" y="0"/>
                  </a:cubicBezTo>
                  <a:cubicBezTo>
                    <a:pt x="835" y="0"/>
                    <a:pt x="981" y="50"/>
                    <a:pt x="1099" y="148"/>
                  </a:cubicBezTo>
                  <a:cubicBezTo>
                    <a:pt x="1254" y="274"/>
                    <a:pt x="1343" y="461"/>
                    <a:pt x="1343" y="66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i$ľïdé">
              <a:extLst>
                <a:ext uri="{FF2B5EF4-FFF2-40B4-BE49-F238E27FC236}">
                  <a16:creationId xmlns="" xmlns:a16="http://schemas.microsoft.com/office/drawing/2014/main" id="{73289AC9-583B-4555-8925-EAEF7DA0E00C}"/>
                </a:ext>
              </a:extLst>
            </p:cNvPr>
            <p:cNvSpPr/>
            <p:nvPr/>
          </p:nvSpPr>
          <p:spPr bwMode="auto">
            <a:xfrm>
              <a:off x="6094413" y="1244601"/>
              <a:ext cx="1411288" cy="3338513"/>
            </a:xfrm>
            <a:custGeom>
              <a:avLst/>
              <a:gdLst>
                <a:gd name="T0" fmla="*/ 660 w 660"/>
                <a:gd name="T1" fmla="*/ 660 h 1564"/>
                <a:gd name="T2" fmla="*/ 535 w 660"/>
                <a:gd name="T3" fmla="*/ 1044 h 1564"/>
                <a:gd name="T4" fmla="*/ 420 w 660"/>
                <a:gd name="T5" fmla="*/ 1368 h 1564"/>
                <a:gd name="T6" fmla="*/ 420 w 660"/>
                <a:gd name="T7" fmla="*/ 1380 h 1564"/>
                <a:gd name="T8" fmla="*/ 240 w 660"/>
                <a:gd name="T9" fmla="*/ 1564 h 1564"/>
                <a:gd name="T10" fmla="*/ 60 w 660"/>
                <a:gd name="T11" fmla="*/ 1564 h 1564"/>
                <a:gd name="T12" fmla="*/ 0 w 660"/>
                <a:gd name="T13" fmla="*/ 1444 h 1564"/>
                <a:gd name="T14" fmla="*/ 0 w 660"/>
                <a:gd name="T15" fmla="*/ 0 h 1564"/>
                <a:gd name="T16" fmla="*/ 416 w 660"/>
                <a:gd name="T17" fmla="*/ 148 h 1564"/>
                <a:gd name="T18" fmla="*/ 660 w 660"/>
                <a:gd name="T19" fmla="*/ 660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0" h="1564">
                  <a:moveTo>
                    <a:pt x="660" y="660"/>
                  </a:moveTo>
                  <a:cubicBezTo>
                    <a:pt x="660" y="798"/>
                    <a:pt x="617" y="931"/>
                    <a:pt x="535" y="1044"/>
                  </a:cubicBezTo>
                  <a:cubicBezTo>
                    <a:pt x="460" y="1147"/>
                    <a:pt x="420" y="1260"/>
                    <a:pt x="420" y="1368"/>
                  </a:cubicBezTo>
                  <a:cubicBezTo>
                    <a:pt x="420" y="1380"/>
                    <a:pt x="420" y="1380"/>
                    <a:pt x="420" y="1380"/>
                  </a:cubicBezTo>
                  <a:cubicBezTo>
                    <a:pt x="420" y="1480"/>
                    <a:pt x="340" y="1564"/>
                    <a:pt x="240" y="1564"/>
                  </a:cubicBezTo>
                  <a:cubicBezTo>
                    <a:pt x="60" y="1564"/>
                    <a:pt x="60" y="1564"/>
                    <a:pt x="60" y="1564"/>
                  </a:cubicBezTo>
                  <a:cubicBezTo>
                    <a:pt x="0" y="1444"/>
                    <a:pt x="0" y="1444"/>
                    <a:pt x="0" y="14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" y="0"/>
                    <a:pt x="298" y="50"/>
                    <a:pt x="416" y="148"/>
                  </a:cubicBezTo>
                  <a:cubicBezTo>
                    <a:pt x="571" y="274"/>
                    <a:pt x="660" y="461"/>
                    <a:pt x="660" y="66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ṣḷïdé">
              <a:extLst>
                <a:ext uri="{FF2B5EF4-FFF2-40B4-BE49-F238E27FC236}">
                  <a16:creationId xmlns="" xmlns:a16="http://schemas.microsoft.com/office/drawing/2014/main" id="{A87F3D4B-E801-4EB5-8157-FDDF5F4D9877}"/>
                </a:ext>
              </a:extLst>
            </p:cNvPr>
            <p:cNvSpPr/>
            <p:nvPr/>
          </p:nvSpPr>
          <p:spPr bwMode="auto">
            <a:xfrm>
              <a:off x="7686676" y="1725613"/>
              <a:ext cx="541338" cy="349250"/>
            </a:xfrm>
            <a:custGeom>
              <a:avLst/>
              <a:gdLst>
                <a:gd name="T0" fmla="*/ 82 w 253"/>
                <a:gd name="T1" fmla="*/ 156 h 164"/>
                <a:gd name="T2" fmla="*/ 202 w 253"/>
                <a:gd name="T3" fmla="*/ 125 h 164"/>
                <a:gd name="T4" fmla="*/ 244 w 253"/>
                <a:gd name="T5" fmla="*/ 51 h 164"/>
                <a:gd name="T6" fmla="*/ 171 w 253"/>
                <a:gd name="T7" fmla="*/ 9 h 164"/>
                <a:gd name="T8" fmla="*/ 51 w 253"/>
                <a:gd name="T9" fmla="*/ 40 h 164"/>
                <a:gd name="T10" fmla="*/ 8 w 253"/>
                <a:gd name="T11" fmla="*/ 113 h 164"/>
                <a:gd name="T12" fmla="*/ 82 w 253"/>
                <a:gd name="T13" fmla="*/ 156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82" y="156"/>
                  </a:moveTo>
                  <a:cubicBezTo>
                    <a:pt x="202" y="125"/>
                    <a:pt x="202" y="125"/>
                    <a:pt x="202" y="125"/>
                  </a:cubicBezTo>
                  <a:cubicBezTo>
                    <a:pt x="234" y="116"/>
                    <a:pt x="253" y="83"/>
                    <a:pt x="244" y="51"/>
                  </a:cubicBezTo>
                  <a:cubicBezTo>
                    <a:pt x="236" y="19"/>
                    <a:pt x="203" y="0"/>
                    <a:pt x="171" y="9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19" y="48"/>
                    <a:pt x="0" y="81"/>
                    <a:pt x="8" y="113"/>
                  </a:cubicBezTo>
                  <a:cubicBezTo>
                    <a:pt x="17" y="145"/>
                    <a:pt x="50" y="164"/>
                    <a:pt x="82" y="156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$ḻiḋe">
              <a:extLst>
                <a:ext uri="{FF2B5EF4-FFF2-40B4-BE49-F238E27FC236}">
                  <a16:creationId xmlns="" xmlns:a16="http://schemas.microsoft.com/office/drawing/2014/main" id="{A03A1015-2437-40AB-96E3-45B9D9FA6C6D}"/>
                </a:ext>
              </a:extLst>
            </p:cNvPr>
            <p:cNvSpPr/>
            <p:nvPr/>
          </p:nvSpPr>
          <p:spPr bwMode="auto">
            <a:xfrm>
              <a:off x="3962401" y="3232151"/>
              <a:ext cx="541338" cy="349250"/>
            </a:xfrm>
            <a:custGeom>
              <a:avLst/>
              <a:gdLst>
                <a:gd name="T0" fmla="*/ 167 w 253"/>
                <a:gd name="T1" fmla="*/ 8 h 164"/>
                <a:gd name="T2" fmla="*/ 51 w 253"/>
                <a:gd name="T3" fmla="*/ 39 h 164"/>
                <a:gd name="T4" fmla="*/ 9 w 253"/>
                <a:gd name="T5" fmla="*/ 113 h 164"/>
                <a:gd name="T6" fmla="*/ 82 w 253"/>
                <a:gd name="T7" fmla="*/ 155 h 164"/>
                <a:gd name="T8" fmla="*/ 202 w 253"/>
                <a:gd name="T9" fmla="*/ 124 h 164"/>
                <a:gd name="T10" fmla="*/ 245 w 253"/>
                <a:gd name="T11" fmla="*/ 51 h 164"/>
                <a:gd name="T12" fmla="*/ 167 w 253"/>
                <a:gd name="T13" fmla="*/ 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167" y="8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19" y="48"/>
                    <a:pt x="0" y="81"/>
                    <a:pt x="9" y="113"/>
                  </a:cubicBezTo>
                  <a:cubicBezTo>
                    <a:pt x="17" y="145"/>
                    <a:pt x="51" y="164"/>
                    <a:pt x="82" y="155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34" y="116"/>
                    <a:pt x="253" y="83"/>
                    <a:pt x="245" y="51"/>
                  </a:cubicBezTo>
                  <a:cubicBezTo>
                    <a:pt x="236" y="19"/>
                    <a:pt x="199" y="0"/>
                    <a:pt x="167" y="8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şľîḍè">
              <a:extLst>
                <a:ext uri="{FF2B5EF4-FFF2-40B4-BE49-F238E27FC236}">
                  <a16:creationId xmlns="" xmlns:a16="http://schemas.microsoft.com/office/drawing/2014/main" id="{82CE10EB-D0D1-4BA1-A67B-92F8C541EDED}"/>
                </a:ext>
              </a:extLst>
            </p:cNvPr>
            <p:cNvSpPr/>
            <p:nvPr/>
          </p:nvSpPr>
          <p:spPr bwMode="auto">
            <a:xfrm>
              <a:off x="7686676" y="3232151"/>
              <a:ext cx="541338" cy="349250"/>
            </a:xfrm>
            <a:custGeom>
              <a:avLst/>
              <a:gdLst>
                <a:gd name="T0" fmla="*/ 202 w 253"/>
                <a:gd name="T1" fmla="*/ 39 h 164"/>
                <a:gd name="T2" fmla="*/ 82 w 253"/>
                <a:gd name="T3" fmla="*/ 8 h 164"/>
                <a:gd name="T4" fmla="*/ 8 w 253"/>
                <a:gd name="T5" fmla="*/ 51 h 164"/>
                <a:gd name="T6" fmla="*/ 51 w 253"/>
                <a:gd name="T7" fmla="*/ 124 h 164"/>
                <a:gd name="T8" fmla="*/ 171 w 253"/>
                <a:gd name="T9" fmla="*/ 155 h 164"/>
                <a:gd name="T10" fmla="*/ 244 w 253"/>
                <a:gd name="T11" fmla="*/ 113 h 164"/>
                <a:gd name="T12" fmla="*/ 202 w 253"/>
                <a:gd name="T13" fmla="*/ 3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39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50" y="0"/>
                    <a:pt x="17" y="19"/>
                    <a:pt x="8" y="51"/>
                  </a:cubicBezTo>
                  <a:cubicBezTo>
                    <a:pt x="0" y="83"/>
                    <a:pt x="19" y="116"/>
                    <a:pt x="51" y="12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202" y="164"/>
                    <a:pt x="236" y="145"/>
                    <a:pt x="244" y="113"/>
                  </a:cubicBezTo>
                  <a:cubicBezTo>
                    <a:pt x="253" y="81"/>
                    <a:pt x="234" y="48"/>
                    <a:pt x="202" y="39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iSḻïďê">
              <a:extLst>
                <a:ext uri="{FF2B5EF4-FFF2-40B4-BE49-F238E27FC236}">
                  <a16:creationId xmlns="" xmlns:a16="http://schemas.microsoft.com/office/drawing/2014/main" id="{188FD955-F95B-49D0-909B-2260C5774B07}"/>
                </a:ext>
              </a:extLst>
            </p:cNvPr>
            <p:cNvSpPr/>
            <p:nvPr/>
          </p:nvSpPr>
          <p:spPr bwMode="auto">
            <a:xfrm>
              <a:off x="3962401" y="1725613"/>
              <a:ext cx="541338" cy="349250"/>
            </a:xfrm>
            <a:custGeom>
              <a:avLst/>
              <a:gdLst>
                <a:gd name="T0" fmla="*/ 202 w 253"/>
                <a:gd name="T1" fmla="*/ 40 h 164"/>
                <a:gd name="T2" fmla="*/ 82 w 253"/>
                <a:gd name="T3" fmla="*/ 9 h 164"/>
                <a:gd name="T4" fmla="*/ 9 w 253"/>
                <a:gd name="T5" fmla="*/ 51 h 164"/>
                <a:gd name="T6" fmla="*/ 51 w 253"/>
                <a:gd name="T7" fmla="*/ 125 h 164"/>
                <a:gd name="T8" fmla="*/ 167 w 253"/>
                <a:gd name="T9" fmla="*/ 156 h 164"/>
                <a:gd name="T10" fmla="*/ 245 w 253"/>
                <a:gd name="T11" fmla="*/ 113 h 164"/>
                <a:gd name="T12" fmla="*/ 202 w 253"/>
                <a:gd name="T1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64">
                  <a:moveTo>
                    <a:pt x="202" y="40"/>
                  </a:moveTo>
                  <a:cubicBezTo>
                    <a:pt x="82" y="9"/>
                    <a:pt x="82" y="9"/>
                    <a:pt x="82" y="9"/>
                  </a:cubicBezTo>
                  <a:cubicBezTo>
                    <a:pt x="50" y="0"/>
                    <a:pt x="17" y="19"/>
                    <a:pt x="9" y="51"/>
                  </a:cubicBezTo>
                  <a:cubicBezTo>
                    <a:pt x="0" y="83"/>
                    <a:pt x="19" y="116"/>
                    <a:pt x="51" y="125"/>
                  </a:cubicBezTo>
                  <a:cubicBezTo>
                    <a:pt x="167" y="156"/>
                    <a:pt x="167" y="156"/>
                    <a:pt x="167" y="156"/>
                  </a:cubicBezTo>
                  <a:cubicBezTo>
                    <a:pt x="199" y="164"/>
                    <a:pt x="236" y="145"/>
                    <a:pt x="245" y="113"/>
                  </a:cubicBezTo>
                  <a:cubicBezTo>
                    <a:pt x="253" y="81"/>
                    <a:pt x="234" y="48"/>
                    <a:pt x="202" y="40"/>
                  </a:cubicBez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islîḑê">
              <a:extLst>
                <a:ext uri="{FF2B5EF4-FFF2-40B4-BE49-F238E27FC236}">
                  <a16:creationId xmlns="" xmlns:a16="http://schemas.microsoft.com/office/drawing/2014/main" id="{3708C7D3-056A-499F-82CA-F64BD85D5DAB}"/>
                </a:ext>
              </a:extLst>
            </p:cNvPr>
            <p:cNvSpPr/>
            <p:nvPr/>
          </p:nvSpPr>
          <p:spPr bwMode="auto">
            <a:xfrm>
              <a:off x="7761288" y="2525713"/>
              <a:ext cx="522288" cy="255588"/>
            </a:xfrm>
            <a:custGeom>
              <a:avLst/>
              <a:gdLst>
                <a:gd name="T0" fmla="*/ 184 w 244"/>
                <a:gd name="T1" fmla="*/ 0 h 120"/>
                <a:gd name="T2" fmla="*/ 64 w 244"/>
                <a:gd name="T3" fmla="*/ 0 h 120"/>
                <a:gd name="T4" fmla="*/ 0 w 244"/>
                <a:gd name="T5" fmla="*/ 60 h 120"/>
                <a:gd name="T6" fmla="*/ 64 w 244"/>
                <a:gd name="T7" fmla="*/ 120 h 120"/>
                <a:gd name="T8" fmla="*/ 184 w 244"/>
                <a:gd name="T9" fmla="*/ 120 h 120"/>
                <a:gd name="T10" fmla="*/ 244 w 244"/>
                <a:gd name="T11" fmla="*/ 60 h 120"/>
                <a:gd name="T12" fmla="*/ 184 w 24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4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31" y="0"/>
                    <a:pt x="0" y="27"/>
                    <a:pt x="0" y="60"/>
                  </a:cubicBezTo>
                  <a:cubicBezTo>
                    <a:pt x="0" y="93"/>
                    <a:pt x="31" y="120"/>
                    <a:pt x="64" y="120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217" y="120"/>
                    <a:pt x="244" y="93"/>
                    <a:pt x="244" y="60"/>
                  </a:cubicBezTo>
                  <a:cubicBezTo>
                    <a:pt x="244" y="27"/>
                    <a:pt x="217" y="0"/>
                    <a:pt x="18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îṥľíḋe">
              <a:extLst>
                <a:ext uri="{FF2B5EF4-FFF2-40B4-BE49-F238E27FC236}">
                  <a16:creationId xmlns="" xmlns:a16="http://schemas.microsoft.com/office/drawing/2014/main" id="{EDCE83F6-8651-4226-92D2-ABCA16B7AC4C}"/>
                </a:ext>
              </a:extLst>
            </p:cNvPr>
            <p:cNvSpPr/>
            <p:nvPr/>
          </p:nvSpPr>
          <p:spPr bwMode="auto">
            <a:xfrm>
              <a:off x="3906838" y="2525713"/>
              <a:ext cx="520700" cy="255588"/>
            </a:xfrm>
            <a:custGeom>
              <a:avLst/>
              <a:gdLst>
                <a:gd name="T0" fmla="*/ 180 w 244"/>
                <a:gd name="T1" fmla="*/ 120 h 120"/>
                <a:gd name="T2" fmla="*/ 244 w 244"/>
                <a:gd name="T3" fmla="*/ 60 h 120"/>
                <a:gd name="T4" fmla="*/ 180 w 244"/>
                <a:gd name="T5" fmla="*/ 0 h 120"/>
                <a:gd name="T6" fmla="*/ 60 w 244"/>
                <a:gd name="T7" fmla="*/ 0 h 120"/>
                <a:gd name="T8" fmla="*/ 0 w 244"/>
                <a:gd name="T9" fmla="*/ 60 h 120"/>
                <a:gd name="T10" fmla="*/ 60 w 244"/>
                <a:gd name="T11" fmla="*/ 120 h 120"/>
                <a:gd name="T12" fmla="*/ 180 w 244"/>
                <a:gd name="T1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0">
                  <a:moveTo>
                    <a:pt x="180" y="120"/>
                  </a:moveTo>
                  <a:cubicBezTo>
                    <a:pt x="213" y="120"/>
                    <a:pt x="244" y="93"/>
                    <a:pt x="244" y="60"/>
                  </a:cubicBezTo>
                  <a:cubicBezTo>
                    <a:pt x="244" y="27"/>
                    <a:pt x="213" y="0"/>
                    <a:pt x="18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lnTo>
                    <a:pt x="180" y="120"/>
                  </a:lnTo>
                  <a:close/>
                </a:path>
              </a:pathLst>
            </a:custGeom>
            <a:solidFill>
              <a:srgbClr val="FFD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ļîde">
              <a:extLst>
                <a:ext uri="{FF2B5EF4-FFF2-40B4-BE49-F238E27FC236}">
                  <a16:creationId xmlns="" xmlns:a16="http://schemas.microsoft.com/office/drawing/2014/main" id="{D1564255-774F-4372-A919-F1CA14A4FED7}"/>
                </a:ext>
              </a:extLst>
            </p:cNvPr>
            <p:cNvSpPr/>
            <p:nvPr/>
          </p:nvSpPr>
          <p:spPr bwMode="auto">
            <a:xfrm>
              <a:off x="5437188" y="2508251"/>
              <a:ext cx="1316038" cy="2074863"/>
            </a:xfrm>
            <a:custGeom>
              <a:avLst/>
              <a:gdLst>
                <a:gd name="T0" fmla="*/ 574 w 616"/>
                <a:gd name="T1" fmla="*/ 14 h 972"/>
                <a:gd name="T2" fmla="*/ 494 w 616"/>
                <a:gd name="T3" fmla="*/ 42 h 972"/>
                <a:gd name="T4" fmla="*/ 428 w 616"/>
                <a:gd name="T5" fmla="*/ 174 h 972"/>
                <a:gd name="T6" fmla="*/ 362 w 616"/>
                <a:gd name="T7" fmla="*/ 42 h 972"/>
                <a:gd name="T8" fmla="*/ 308 w 616"/>
                <a:gd name="T9" fmla="*/ 10 h 972"/>
                <a:gd name="T10" fmla="*/ 254 w 616"/>
                <a:gd name="T11" fmla="*/ 42 h 972"/>
                <a:gd name="T12" fmla="*/ 188 w 616"/>
                <a:gd name="T13" fmla="*/ 174 h 972"/>
                <a:gd name="T14" fmla="*/ 122 w 616"/>
                <a:gd name="T15" fmla="*/ 42 h 972"/>
                <a:gd name="T16" fmla="*/ 42 w 616"/>
                <a:gd name="T17" fmla="*/ 14 h 972"/>
                <a:gd name="T18" fmla="*/ 14 w 616"/>
                <a:gd name="T19" fmla="*/ 94 h 972"/>
                <a:gd name="T20" fmla="*/ 248 w 616"/>
                <a:gd name="T21" fmla="*/ 564 h 972"/>
                <a:gd name="T22" fmla="*/ 248 w 616"/>
                <a:gd name="T23" fmla="*/ 972 h 972"/>
                <a:gd name="T24" fmla="*/ 368 w 616"/>
                <a:gd name="T25" fmla="*/ 972 h 972"/>
                <a:gd name="T26" fmla="*/ 368 w 616"/>
                <a:gd name="T27" fmla="*/ 562 h 972"/>
                <a:gd name="T28" fmla="*/ 602 w 616"/>
                <a:gd name="T29" fmla="*/ 93 h 972"/>
                <a:gd name="T30" fmla="*/ 574 w 616"/>
                <a:gd name="T31" fmla="*/ 14 h 972"/>
                <a:gd name="T32" fmla="*/ 308 w 616"/>
                <a:gd name="T33" fmla="*/ 414 h 972"/>
                <a:gd name="T34" fmla="*/ 255 w 616"/>
                <a:gd name="T35" fmla="*/ 308 h 972"/>
                <a:gd name="T36" fmla="*/ 308 w 616"/>
                <a:gd name="T37" fmla="*/ 202 h 972"/>
                <a:gd name="T38" fmla="*/ 361 w 616"/>
                <a:gd name="T39" fmla="*/ 308 h 972"/>
                <a:gd name="T40" fmla="*/ 308 w 616"/>
                <a:gd name="T41" fmla="*/ 414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6" h="972">
                  <a:moveTo>
                    <a:pt x="574" y="14"/>
                  </a:moveTo>
                  <a:cubicBezTo>
                    <a:pt x="546" y="0"/>
                    <a:pt x="510" y="12"/>
                    <a:pt x="494" y="42"/>
                  </a:cubicBezTo>
                  <a:cubicBezTo>
                    <a:pt x="428" y="174"/>
                    <a:pt x="428" y="174"/>
                    <a:pt x="428" y="174"/>
                  </a:cubicBezTo>
                  <a:cubicBezTo>
                    <a:pt x="362" y="42"/>
                    <a:pt x="362" y="42"/>
                    <a:pt x="362" y="42"/>
                  </a:cubicBezTo>
                  <a:cubicBezTo>
                    <a:pt x="351" y="21"/>
                    <a:pt x="330" y="10"/>
                    <a:pt x="308" y="10"/>
                  </a:cubicBezTo>
                  <a:cubicBezTo>
                    <a:pt x="286" y="10"/>
                    <a:pt x="265" y="21"/>
                    <a:pt x="254" y="42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06" y="12"/>
                    <a:pt x="70" y="0"/>
                    <a:pt x="42" y="14"/>
                  </a:cubicBezTo>
                  <a:cubicBezTo>
                    <a:pt x="12" y="30"/>
                    <a:pt x="0" y="66"/>
                    <a:pt x="14" y="94"/>
                  </a:cubicBezTo>
                  <a:cubicBezTo>
                    <a:pt x="22" y="110"/>
                    <a:pt x="248" y="564"/>
                    <a:pt x="248" y="564"/>
                  </a:cubicBezTo>
                  <a:cubicBezTo>
                    <a:pt x="248" y="972"/>
                    <a:pt x="248" y="972"/>
                    <a:pt x="248" y="972"/>
                  </a:cubicBezTo>
                  <a:cubicBezTo>
                    <a:pt x="368" y="972"/>
                    <a:pt x="368" y="972"/>
                    <a:pt x="368" y="972"/>
                  </a:cubicBezTo>
                  <a:cubicBezTo>
                    <a:pt x="368" y="562"/>
                    <a:pt x="368" y="562"/>
                    <a:pt x="368" y="562"/>
                  </a:cubicBezTo>
                  <a:cubicBezTo>
                    <a:pt x="375" y="549"/>
                    <a:pt x="602" y="93"/>
                    <a:pt x="602" y="93"/>
                  </a:cubicBezTo>
                  <a:cubicBezTo>
                    <a:pt x="616" y="64"/>
                    <a:pt x="604" y="30"/>
                    <a:pt x="574" y="14"/>
                  </a:cubicBezTo>
                  <a:close/>
                  <a:moveTo>
                    <a:pt x="308" y="414"/>
                  </a:moveTo>
                  <a:cubicBezTo>
                    <a:pt x="255" y="308"/>
                    <a:pt x="255" y="308"/>
                    <a:pt x="255" y="308"/>
                  </a:cubicBezTo>
                  <a:cubicBezTo>
                    <a:pt x="308" y="202"/>
                    <a:pt x="308" y="202"/>
                    <a:pt x="308" y="202"/>
                  </a:cubicBezTo>
                  <a:cubicBezTo>
                    <a:pt x="361" y="308"/>
                    <a:pt x="361" y="308"/>
                    <a:pt x="361" y="308"/>
                  </a:cubicBezTo>
                  <a:lnTo>
                    <a:pt x="308" y="414"/>
                  </a:ln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ślîḑé">
              <a:extLst>
                <a:ext uri="{FF2B5EF4-FFF2-40B4-BE49-F238E27FC236}">
                  <a16:creationId xmlns="" xmlns:a16="http://schemas.microsoft.com/office/drawing/2014/main" id="{291AEC17-D777-4B2D-A4D0-D1F92D14DCDC}"/>
                </a:ext>
              </a:extLst>
            </p:cNvPr>
            <p:cNvSpPr/>
            <p:nvPr/>
          </p:nvSpPr>
          <p:spPr bwMode="auto">
            <a:xfrm>
              <a:off x="6094413" y="2508251"/>
              <a:ext cx="658813" cy="2074863"/>
            </a:xfrm>
            <a:custGeom>
              <a:avLst/>
              <a:gdLst>
                <a:gd name="T0" fmla="*/ 294 w 308"/>
                <a:gd name="T1" fmla="*/ 93 h 972"/>
                <a:gd name="T2" fmla="*/ 60 w 308"/>
                <a:gd name="T3" fmla="*/ 562 h 972"/>
                <a:gd name="T4" fmla="*/ 60 w 308"/>
                <a:gd name="T5" fmla="*/ 972 h 972"/>
                <a:gd name="T6" fmla="*/ 0 w 308"/>
                <a:gd name="T7" fmla="*/ 972 h 972"/>
                <a:gd name="T8" fmla="*/ 0 w 308"/>
                <a:gd name="T9" fmla="*/ 414 h 972"/>
                <a:gd name="T10" fmla="*/ 53 w 308"/>
                <a:gd name="T11" fmla="*/ 308 h 972"/>
                <a:gd name="T12" fmla="*/ 0 w 308"/>
                <a:gd name="T13" fmla="*/ 202 h 972"/>
                <a:gd name="T14" fmla="*/ 0 w 308"/>
                <a:gd name="T15" fmla="*/ 10 h 972"/>
                <a:gd name="T16" fmla="*/ 54 w 308"/>
                <a:gd name="T17" fmla="*/ 42 h 972"/>
                <a:gd name="T18" fmla="*/ 120 w 308"/>
                <a:gd name="T19" fmla="*/ 174 h 972"/>
                <a:gd name="T20" fmla="*/ 186 w 308"/>
                <a:gd name="T21" fmla="*/ 42 h 972"/>
                <a:gd name="T22" fmla="*/ 266 w 308"/>
                <a:gd name="T23" fmla="*/ 14 h 972"/>
                <a:gd name="T24" fmla="*/ 294 w 308"/>
                <a:gd name="T25" fmla="*/ 93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8" h="972">
                  <a:moveTo>
                    <a:pt x="294" y="93"/>
                  </a:moveTo>
                  <a:cubicBezTo>
                    <a:pt x="294" y="93"/>
                    <a:pt x="67" y="549"/>
                    <a:pt x="60" y="562"/>
                  </a:cubicBezTo>
                  <a:cubicBezTo>
                    <a:pt x="60" y="972"/>
                    <a:pt x="60" y="972"/>
                    <a:pt x="60" y="972"/>
                  </a:cubicBezTo>
                  <a:cubicBezTo>
                    <a:pt x="0" y="972"/>
                    <a:pt x="0" y="972"/>
                    <a:pt x="0" y="972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53" y="308"/>
                    <a:pt x="53" y="308"/>
                    <a:pt x="53" y="308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10"/>
                    <a:pt x="43" y="21"/>
                    <a:pt x="54" y="42"/>
                  </a:cubicBezTo>
                  <a:cubicBezTo>
                    <a:pt x="120" y="174"/>
                    <a:pt x="120" y="174"/>
                    <a:pt x="120" y="17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202" y="12"/>
                    <a:pt x="238" y="0"/>
                    <a:pt x="266" y="14"/>
                  </a:cubicBezTo>
                  <a:cubicBezTo>
                    <a:pt x="296" y="30"/>
                    <a:pt x="308" y="64"/>
                    <a:pt x="294" y="93"/>
                  </a:cubicBezTo>
                  <a:close/>
                </a:path>
              </a:pathLst>
            </a:custGeom>
            <a:solidFill>
              <a:srgbClr val="FF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îṣḷiḓe">
              <a:extLst>
                <a:ext uri="{FF2B5EF4-FFF2-40B4-BE49-F238E27FC236}">
                  <a16:creationId xmlns="" xmlns:a16="http://schemas.microsoft.com/office/drawing/2014/main" id="{34A9CE59-5C81-415B-97D9-9DD67F627C79}"/>
                </a:ext>
              </a:extLst>
            </p:cNvPr>
            <p:cNvSpPr/>
            <p:nvPr/>
          </p:nvSpPr>
          <p:spPr bwMode="auto">
            <a:xfrm>
              <a:off x="5197476" y="4838701"/>
              <a:ext cx="1795463" cy="255588"/>
            </a:xfrm>
            <a:custGeom>
              <a:avLst/>
              <a:gdLst>
                <a:gd name="T0" fmla="*/ 840 w 840"/>
                <a:gd name="T1" fmla="*/ 60 h 120"/>
                <a:gd name="T2" fmla="*/ 780 w 840"/>
                <a:gd name="T3" fmla="*/ 120 h 120"/>
                <a:gd name="T4" fmla="*/ 60 w 840"/>
                <a:gd name="T5" fmla="*/ 120 h 120"/>
                <a:gd name="T6" fmla="*/ 0 w 840"/>
                <a:gd name="T7" fmla="*/ 60 h 120"/>
                <a:gd name="T8" fmla="*/ 60 w 840"/>
                <a:gd name="T9" fmla="*/ 0 h 120"/>
                <a:gd name="T10" fmla="*/ 780 w 840"/>
                <a:gd name="T11" fmla="*/ 0 h 120"/>
                <a:gd name="T12" fmla="*/ 840 w 840"/>
                <a:gd name="T1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0" h="120">
                  <a:moveTo>
                    <a:pt x="840" y="60"/>
                  </a:moveTo>
                  <a:cubicBezTo>
                    <a:pt x="840" y="94"/>
                    <a:pt x="814" y="120"/>
                    <a:pt x="78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26" y="120"/>
                    <a:pt x="0" y="94"/>
                    <a:pt x="0" y="60"/>
                  </a:cubicBezTo>
                  <a:cubicBezTo>
                    <a:pt x="0" y="26"/>
                    <a:pt x="26" y="0"/>
                    <a:pt x="6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14" y="0"/>
                    <a:pt x="840" y="26"/>
                    <a:pt x="840" y="60"/>
                  </a:cubicBezTo>
                  <a:close/>
                </a:path>
              </a:pathLst>
            </a:custGeom>
            <a:solidFill>
              <a:srgbClr val="E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$ḷïḓe">
              <a:extLst>
                <a:ext uri="{FF2B5EF4-FFF2-40B4-BE49-F238E27FC236}">
                  <a16:creationId xmlns="" xmlns:a16="http://schemas.microsoft.com/office/drawing/2014/main" id="{8D3BB1CF-CC57-4A0E-A8BD-DC102473604D}"/>
                </a:ext>
              </a:extLst>
            </p:cNvPr>
            <p:cNvSpPr/>
            <p:nvPr/>
          </p:nvSpPr>
          <p:spPr bwMode="auto">
            <a:xfrm>
              <a:off x="6094413" y="4838701"/>
              <a:ext cx="898525" cy="255588"/>
            </a:xfrm>
            <a:custGeom>
              <a:avLst/>
              <a:gdLst>
                <a:gd name="T0" fmla="*/ 420 w 420"/>
                <a:gd name="T1" fmla="*/ 60 h 120"/>
                <a:gd name="T2" fmla="*/ 360 w 420"/>
                <a:gd name="T3" fmla="*/ 120 h 120"/>
                <a:gd name="T4" fmla="*/ 0 w 420"/>
                <a:gd name="T5" fmla="*/ 120 h 120"/>
                <a:gd name="T6" fmla="*/ 0 w 420"/>
                <a:gd name="T7" fmla="*/ 0 h 120"/>
                <a:gd name="T8" fmla="*/ 360 w 420"/>
                <a:gd name="T9" fmla="*/ 0 h 120"/>
                <a:gd name="T10" fmla="*/ 420 w 420"/>
                <a:gd name="T1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0" h="120">
                  <a:moveTo>
                    <a:pt x="420" y="60"/>
                  </a:moveTo>
                  <a:cubicBezTo>
                    <a:pt x="420" y="94"/>
                    <a:pt x="394" y="120"/>
                    <a:pt x="36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94" y="0"/>
                    <a:pt x="420" y="26"/>
                    <a:pt x="420" y="60"/>
                  </a:cubicBezTo>
                  <a:close/>
                </a:path>
              </a:pathLst>
            </a:custGeom>
            <a:solidFill>
              <a:srgbClr val="D7E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4504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30476" r="43175" b="31640"/>
          <a:stretch/>
        </p:blipFill>
        <p:spPr bwMode="auto">
          <a:xfrm>
            <a:off x="2431143" y="2090057"/>
            <a:ext cx="4281714" cy="259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95" b="45926"/>
          <a:stretch/>
        </p:blipFill>
        <p:spPr bwMode="auto">
          <a:xfrm>
            <a:off x="1182915" y="3346588"/>
            <a:ext cx="7032171" cy="370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220668" y="5653802"/>
            <a:ext cx="2017504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曲线连接符 4"/>
          <p:cNvCxnSpPr>
            <a:stCxn id="4" idx="0"/>
            <a:endCxn id="6" idx="2"/>
          </p:cNvCxnSpPr>
          <p:nvPr/>
        </p:nvCxnSpPr>
        <p:spPr>
          <a:xfrm rot="5400000" flipH="1" flipV="1">
            <a:off x="2565154" y="3654208"/>
            <a:ext cx="2663860" cy="133532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468919" y="2531386"/>
            <a:ext cx="2191658" cy="458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689" y="2264229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84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30476" r="43175" b="31640"/>
          <a:stretch/>
        </p:blipFill>
        <p:spPr bwMode="auto">
          <a:xfrm>
            <a:off x="2431143" y="2090057"/>
            <a:ext cx="4281714" cy="259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773713" y="2989942"/>
            <a:ext cx="899887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689" y="2264229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30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003" y="497855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3542" y="383273"/>
            <a:ext cx="2191658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95" b="45926"/>
          <a:stretch/>
        </p:blipFill>
        <p:spPr bwMode="auto">
          <a:xfrm>
            <a:off x="1400629" y="833216"/>
            <a:ext cx="7032171" cy="370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438382" y="3140430"/>
            <a:ext cx="2017504" cy="216000"/>
          </a:xfrm>
          <a:prstGeom prst="rect">
            <a:avLst/>
          </a:prstGeom>
          <a:solidFill>
            <a:srgbClr val="C00000">
              <a:alpha val="44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曲线连接符 6"/>
          <p:cNvCxnSpPr>
            <a:stCxn id="5" idx="0"/>
            <a:endCxn id="3" idx="3"/>
          </p:cNvCxnSpPr>
          <p:nvPr/>
        </p:nvCxnSpPr>
        <p:spPr>
          <a:xfrm rot="16200000" flipV="1">
            <a:off x="1519168" y="1212464"/>
            <a:ext cx="2643999" cy="1211934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4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9028" y="667634"/>
            <a:ext cx="2191658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157" y="560575"/>
            <a:ext cx="2286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1" t="12063" r="76825" b="81376"/>
          <a:stretch/>
        </p:blipFill>
        <p:spPr bwMode="auto">
          <a:xfrm>
            <a:off x="624114" y="943427"/>
            <a:ext cx="1553030" cy="449945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447000"/>
              </p:ext>
            </p:extLst>
          </p:nvPr>
        </p:nvGraphicFramePr>
        <p:xfrm>
          <a:off x="217714" y="1807024"/>
          <a:ext cx="8650515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391"/>
                <a:gridCol w="72531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導向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/>
                        <a:t>說明</a:t>
                      </a:r>
                      <a:endParaRPr lang="zh-CN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使用者導向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 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使用者角度查詢該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 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使用者在期間內所修改過的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ERP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資料軌跡</a:t>
                      </a:r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鍵值導向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針對資料的關鍵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值資料查詢出所有相關關聯的資料修改軌跡 </a:t>
                      </a:r>
                      <a:endParaRPr lang="en-US" altLang="zh-TW" sz="18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EX: 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訂單單號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品號</a:t>
                      </a:r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資料表導向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限一次其能查詢一資料表的資料編修歷程 </a:t>
                      </a:r>
                      <a:endParaRPr lang="en-US" altLang="zh-TW" sz="18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EX: </a:t>
                      </a:r>
                      <a:r>
                        <a:rPr lang="zh-TW" altLang="en-US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品號基本資料檔</a:t>
                      </a: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(INVMB)</a:t>
                      </a:r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27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9028" y="667634"/>
            <a:ext cx="2191658" cy="22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157" y="560575"/>
            <a:ext cx="2286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2293257" y="443336"/>
            <a:ext cx="885372" cy="673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3543" y="1116633"/>
            <a:ext cx="5994402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提供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查詢特定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ERP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人員編輯過的所有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ERP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資料修改歷程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902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1299004" y="1660011"/>
            <a:ext cx="6545993" cy="1119904"/>
            <a:chOff x="1204685" y="1650591"/>
            <a:chExt cx="6545993" cy="1119904"/>
          </a:xfrm>
        </p:grpSpPr>
        <p:grpSp>
          <p:nvGrpSpPr>
            <p:cNvPr id="6" name="组合 5"/>
            <p:cNvGrpSpPr/>
            <p:nvPr/>
          </p:nvGrpSpPr>
          <p:grpSpPr>
            <a:xfrm>
              <a:off x="1393321" y="1842447"/>
              <a:ext cx="6357357" cy="928048"/>
              <a:chOff x="1393321" y="1842447"/>
              <a:chExt cx="6357357" cy="928048"/>
            </a:xfrm>
          </p:grpSpPr>
          <p:sp>
            <p:nvSpPr>
              <p:cNvPr id="13" name="对角圆角矩形 12"/>
              <p:cNvSpPr/>
              <p:nvPr/>
            </p:nvSpPr>
            <p:spPr>
              <a:xfrm>
                <a:off x="1393321" y="1842447"/>
                <a:ext cx="6357357" cy="928048"/>
              </a:xfrm>
              <a:prstGeom prst="round2Diag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066198" y="2085230"/>
                <a:ext cx="3871730" cy="400110"/>
              </a:xfrm>
              <a:prstGeom prst="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b="1" dirty="0" smtClean="0">
                    <a:solidFill>
                      <a:schemeClr val="bg1"/>
                    </a:solidFill>
                  </a:rPr>
                  <a:t>使用者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DS</a:t>
                </a:r>
                <a:r>
                  <a:rPr lang="zh-CN" altLang="en-US" b="1" dirty="0" smtClean="0">
                    <a:solidFill>
                      <a:schemeClr val="bg1"/>
                    </a:solidFill>
                  </a:rPr>
                  <a:t>新增了一筆客戶資料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204685" y="1650591"/>
              <a:ext cx="1064921" cy="1005101"/>
              <a:chOff x="1204685" y="1650591"/>
              <a:chExt cx="1064921" cy="1005101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204685" y="1650591"/>
                <a:ext cx="1064921" cy="1005101"/>
                <a:chOff x="7162801" y="2301875"/>
                <a:chExt cx="1512888" cy="1409700"/>
              </a:xfrm>
            </p:grpSpPr>
            <p:sp>
              <p:nvSpPr>
                <p:cNvPr id="11" name="ïşḻîḑè">
                  <a:extLst>
                    <a:ext uri="{FF2B5EF4-FFF2-40B4-BE49-F238E27FC236}">
                      <a16:creationId xmlns:a16="http://schemas.microsoft.com/office/drawing/2014/main" xmlns="" id="{692EB030-2193-4E8D-9681-20FBFCDD7CD6}"/>
                    </a:ext>
                  </a:extLst>
                </p:cNvPr>
                <p:cNvSpPr/>
                <p:nvPr/>
              </p:nvSpPr>
              <p:spPr bwMode="auto">
                <a:xfrm>
                  <a:off x="7162801" y="2301875"/>
                  <a:ext cx="1512888" cy="1409700"/>
                </a:xfrm>
                <a:custGeom>
                  <a:avLst/>
                  <a:gdLst>
                    <a:gd name="T0" fmla="*/ 23 w 190"/>
                    <a:gd name="T1" fmla="*/ 17 h 177"/>
                    <a:gd name="T2" fmla="*/ 4 w 190"/>
                    <a:gd name="T3" fmla="*/ 58 h 177"/>
                    <a:gd name="T4" fmla="*/ 9 w 190"/>
                    <a:gd name="T5" fmla="*/ 89 h 177"/>
                    <a:gd name="T6" fmla="*/ 76 w 190"/>
                    <a:gd name="T7" fmla="*/ 164 h 177"/>
                    <a:gd name="T8" fmla="*/ 114 w 190"/>
                    <a:gd name="T9" fmla="*/ 169 h 177"/>
                    <a:gd name="T10" fmla="*/ 173 w 190"/>
                    <a:gd name="T11" fmla="*/ 127 h 177"/>
                    <a:gd name="T12" fmla="*/ 178 w 190"/>
                    <a:gd name="T13" fmla="*/ 84 h 177"/>
                    <a:gd name="T14" fmla="*/ 107 w 190"/>
                    <a:gd name="T15" fmla="*/ 9 h 177"/>
                    <a:gd name="T16" fmla="*/ 86 w 190"/>
                    <a:gd name="T17" fmla="*/ 0 h 177"/>
                    <a:gd name="T18" fmla="*/ 49 w 190"/>
                    <a:gd name="T19" fmla="*/ 0 h 177"/>
                    <a:gd name="T20" fmla="*/ 23 w 190"/>
                    <a:gd name="T21" fmla="*/ 17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0" h="177">
                      <a:moveTo>
                        <a:pt x="23" y="17"/>
                      </a:move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0" y="69"/>
                        <a:pt x="1" y="81"/>
                        <a:pt x="9" y="89"/>
                      </a:cubicBezTo>
                      <a:cubicBezTo>
                        <a:pt x="76" y="164"/>
                        <a:pt x="76" y="164"/>
                        <a:pt x="76" y="164"/>
                      </a:cubicBezTo>
                      <a:cubicBezTo>
                        <a:pt x="86" y="175"/>
                        <a:pt x="102" y="177"/>
                        <a:pt x="114" y="169"/>
                      </a:cubicBezTo>
                      <a:cubicBezTo>
                        <a:pt x="173" y="127"/>
                        <a:pt x="173" y="127"/>
                        <a:pt x="173" y="127"/>
                      </a:cubicBezTo>
                      <a:cubicBezTo>
                        <a:pt x="188" y="117"/>
                        <a:pt x="190" y="97"/>
                        <a:pt x="178" y="84"/>
                      </a:cubicBezTo>
                      <a:cubicBezTo>
                        <a:pt x="107" y="9"/>
                        <a:pt x="107" y="9"/>
                        <a:pt x="107" y="9"/>
                      </a:cubicBezTo>
                      <a:cubicBezTo>
                        <a:pt x="102" y="3"/>
                        <a:pt x="94" y="0"/>
                        <a:pt x="86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7" y="0"/>
                        <a:pt x="27" y="6"/>
                        <a:pt x="23" y="17"/>
                      </a:cubicBezTo>
                      <a:close/>
                    </a:path>
                  </a:pathLst>
                </a:custGeom>
                <a:solidFill>
                  <a:srgbClr val="FF61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is1ídè">
                  <a:extLst>
                    <a:ext uri="{FF2B5EF4-FFF2-40B4-BE49-F238E27FC236}">
                      <a16:creationId xmlns:a16="http://schemas.microsoft.com/office/drawing/2014/main" xmlns="" id="{B046075F-5BEE-44FA-9C3A-DAC8FC8D8085}"/>
                    </a:ext>
                  </a:extLst>
                </p:cNvPr>
                <p:cNvSpPr/>
                <p:nvPr/>
              </p:nvSpPr>
              <p:spPr bwMode="auto">
                <a:xfrm>
                  <a:off x="7442201" y="2397125"/>
                  <a:ext cx="246063" cy="24765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1402674" y="1797782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案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638763" y="2083455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例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207" y="5517018"/>
            <a:ext cx="1884363" cy="71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9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7" y="2286465"/>
            <a:ext cx="8640000" cy="25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0627" y="1059519"/>
            <a:ext cx="6923315" cy="624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7" y="5538804"/>
            <a:ext cx="8784000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3" y="2275580"/>
            <a:ext cx="847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16" y="5534925"/>
            <a:ext cx="723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130626" y="1683657"/>
            <a:ext cx="8877891" cy="312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30627" y="1745808"/>
            <a:ext cx="5254173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輸入查詢準則使用者代號</a:t>
            </a:r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=DS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、查詢時間範圍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8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45" y="2867025"/>
            <a:ext cx="8532000" cy="20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0627" y="2017461"/>
            <a:ext cx="9013373" cy="8495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55146" y="2994037"/>
            <a:ext cx="5363484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查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詢結果只顯示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TABLE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管理欄及異動時管理欄位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45" y="2867025"/>
            <a:ext cx="8532000" cy="20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952342" y="2264229"/>
            <a:ext cx="928915" cy="602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5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45" y="2867025"/>
            <a:ext cx="8532000" cy="20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0627" y="2017461"/>
            <a:ext cx="9013373" cy="8495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30627" y="2924107"/>
            <a:ext cx="5348968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點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擊二下可串該筆資料表的相關修改歷程清單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196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45" y="2867025"/>
            <a:ext cx="8532000" cy="20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45142" y="5210629"/>
            <a:ext cx="8998858" cy="7837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55146" y="4506686"/>
            <a:ext cx="1873250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查看明細資料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38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45" y="2867025"/>
            <a:ext cx="8532000" cy="20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45142" y="5210629"/>
            <a:ext cx="8998858" cy="7837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61" y="4064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535" y="3799683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55145" y="2830287"/>
            <a:ext cx="6147255" cy="23005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軌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跡記錄表明細顯示依編輯模式區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r>
              <a:rPr lang="zh-CN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773325"/>
              </p:ext>
            </p:extLst>
          </p:nvPr>
        </p:nvGraphicFramePr>
        <p:xfrm>
          <a:off x="656543" y="3487068"/>
          <a:ext cx="5544457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371"/>
                <a:gridCol w="41900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動作模式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說明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新增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顯示該資料表所有欄位</a:t>
                      </a:r>
                      <a:endParaRPr lang="en-US" altLang="zh-TW" sz="2000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修改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只顯示有被異動欄位及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KEY</a:t>
                      </a: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欄位</a:t>
                      </a:r>
                      <a:endParaRPr lang="en-US" altLang="zh-TW" sz="2000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刪除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顯示該資料表所有欄位</a:t>
                      </a:r>
                      <a:endParaRPr lang="en-US" altLang="zh-TW" sz="2000" b="1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59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3543" y="630017"/>
            <a:ext cx="2177144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1" y="5700712"/>
            <a:ext cx="3316969" cy="62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861" y="36576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2293257" y="443336"/>
            <a:ext cx="885372" cy="673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3543" y="1116633"/>
            <a:ext cx="8432800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針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對特定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ERP KEY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值資料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如單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別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 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單號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 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品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號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)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查詢所有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ERP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相關資料表修改歷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程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239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1299004" y="1660011"/>
            <a:ext cx="6545993" cy="1119904"/>
            <a:chOff x="1204685" y="1650591"/>
            <a:chExt cx="6545993" cy="1119904"/>
          </a:xfrm>
        </p:grpSpPr>
        <p:grpSp>
          <p:nvGrpSpPr>
            <p:cNvPr id="6" name="组合 5"/>
            <p:cNvGrpSpPr/>
            <p:nvPr/>
          </p:nvGrpSpPr>
          <p:grpSpPr>
            <a:xfrm>
              <a:off x="1393321" y="1842447"/>
              <a:ext cx="6357357" cy="928048"/>
              <a:chOff x="1393321" y="1842447"/>
              <a:chExt cx="6357357" cy="928048"/>
            </a:xfrm>
          </p:grpSpPr>
          <p:sp>
            <p:nvSpPr>
              <p:cNvPr id="13" name="对角圆角矩形 12"/>
              <p:cNvSpPr/>
              <p:nvPr/>
            </p:nvSpPr>
            <p:spPr>
              <a:xfrm>
                <a:off x="1393321" y="1842447"/>
                <a:ext cx="6357357" cy="928048"/>
              </a:xfrm>
              <a:prstGeom prst="round2Diag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269607" y="2012660"/>
                <a:ext cx="5256074" cy="570462"/>
              </a:xfrm>
              <a:prstGeom prst="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zh-CN" altLang="en-US" b="1" dirty="0" smtClean="0">
                    <a:solidFill>
                      <a:schemeClr val="bg1"/>
                    </a:solidFill>
                  </a:rPr>
                  <a:t>假設更改客戶代號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=1101</a:t>
                </a:r>
                <a:r>
                  <a:rPr lang="zh-CN" altLang="en-US" b="1" dirty="0" smtClean="0">
                    <a:solidFill>
                      <a:schemeClr val="bg1"/>
                    </a:solidFill>
                  </a:rPr>
                  <a:t>的客戶資料</a:t>
                </a:r>
                <a:endParaRPr lang="en-US" altLang="zh-CN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b="1" dirty="0" smtClean="0">
                    <a:solidFill>
                      <a:schemeClr val="bg1"/>
                    </a:solidFill>
                  </a:rPr>
                  <a:t>更改內容為：電話號碼和信用額度管制方式。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204685" y="1650591"/>
              <a:ext cx="1064921" cy="1005101"/>
              <a:chOff x="1204685" y="1650591"/>
              <a:chExt cx="1064921" cy="1005101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204685" y="1650591"/>
                <a:ext cx="1064921" cy="1005101"/>
                <a:chOff x="7162801" y="2301875"/>
                <a:chExt cx="1512888" cy="1409700"/>
              </a:xfrm>
            </p:grpSpPr>
            <p:sp>
              <p:nvSpPr>
                <p:cNvPr id="11" name="ïşḻîḑè">
                  <a:extLst>
                    <a:ext uri="{FF2B5EF4-FFF2-40B4-BE49-F238E27FC236}">
                      <a16:creationId xmlns:a16="http://schemas.microsoft.com/office/drawing/2014/main" xmlns="" id="{692EB030-2193-4E8D-9681-20FBFCDD7CD6}"/>
                    </a:ext>
                  </a:extLst>
                </p:cNvPr>
                <p:cNvSpPr/>
                <p:nvPr/>
              </p:nvSpPr>
              <p:spPr bwMode="auto">
                <a:xfrm>
                  <a:off x="7162801" y="2301875"/>
                  <a:ext cx="1512888" cy="1409700"/>
                </a:xfrm>
                <a:custGeom>
                  <a:avLst/>
                  <a:gdLst>
                    <a:gd name="T0" fmla="*/ 23 w 190"/>
                    <a:gd name="T1" fmla="*/ 17 h 177"/>
                    <a:gd name="T2" fmla="*/ 4 w 190"/>
                    <a:gd name="T3" fmla="*/ 58 h 177"/>
                    <a:gd name="T4" fmla="*/ 9 w 190"/>
                    <a:gd name="T5" fmla="*/ 89 h 177"/>
                    <a:gd name="T6" fmla="*/ 76 w 190"/>
                    <a:gd name="T7" fmla="*/ 164 h 177"/>
                    <a:gd name="T8" fmla="*/ 114 w 190"/>
                    <a:gd name="T9" fmla="*/ 169 h 177"/>
                    <a:gd name="T10" fmla="*/ 173 w 190"/>
                    <a:gd name="T11" fmla="*/ 127 h 177"/>
                    <a:gd name="T12" fmla="*/ 178 w 190"/>
                    <a:gd name="T13" fmla="*/ 84 h 177"/>
                    <a:gd name="T14" fmla="*/ 107 w 190"/>
                    <a:gd name="T15" fmla="*/ 9 h 177"/>
                    <a:gd name="T16" fmla="*/ 86 w 190"/>
                    <a:gd name="T17" fmla="*/ 0 h 177"/>
                    <a:gd name="T18" fmla="*/ 49 w 190"/>
                    <a:gd name="T19" fmla="*/ 0 h 177"/>
                    <a:gd name="T20" fmla="*/ 23 w 190"/>
                    <a:gd name="T21" fmla="*/ 17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0" h="177">
                      <a:moveTo>
                        <a:pt x="23" y="17"/>
                      </a:move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0" y="69"/>
                        <a:pt x="1" y="81"/>
                        <a:pt x="9" y="89"/>
                      </a:cubicBezTo>
                      <a:cubicBezTo>
                        <a:pt x="76" y="164"/>
                        <a:pt x="76" y="164"/>
                        <a:pt x="76" y="164"/>
                      </a:cubicBezTo>
                      <a:cubicBezTo>
                        <a:pt x="86" y="175"/>
                        <a:pt x="102" y="177"/>
                        <a:pt x="114" y="169"/>
                      </a:cubicBezTo>
                      <a:cubicBezTo>
                        <a:pt x="173" y="127"/>
                        <a:pt x="173" y="127"/>
                        <a:pt x="173" y="127"/>
                      </a:cubicBezTo>
                      <a:cubicBezTo>
                        <a:pt x="188" y="117"/>
                        <a:pt x="190" y="97"/>
                        <a:pt x="178" y="84"/>
                      </a:cubicBezTo>
                      <a:cubicBezTo>
                        <a:pt x="107" y="9"/>
                        <a:pt x="107" y="9"/>
                        <a:pt x="107" y="9"/>
                      </a:cubicBezTo>
                      <a:cubicBezTo>
                        <a:pt x="102" y="3"/>
                        <a:pt x="94" y="0"/>
                        <a:pt x="86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7" y="0"/>
                        <a:pt x="27" y="6"/>
                        <a:pt x="23" y="17"/>
                      </a:cubicBezTo>
                      <a:close/>
                    </a:path>
                  </a:pathLst>
                </a:custGeom>
                <a:solidFill>
                  <a:srgbClr val="FF61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is1ídè">
                  <a:extLst>
                    <a:ext uri="{FF2B5EF4-FFF2-40B4-BE49-F238E27FC236}">
                      <a16:creationId xmlns:a16="http://schemas.microsoft.com/office/drawing/2014/main" xmlns="" id="{B046075F-5BEE-44FA-9C3A-DAC8FC8D8085}"/>
                    </a:ext>
                  </a:extLst>
                </p:cNvPr>
                <p:cNvSpPr/>
                <p:nvPr/>
              </p:nvSpPr>
              <p:spPr bwMode="auto">
                <a:xfrm>
                  <a:off x="7442201" y="2397125"/>
                  <a:ext cx="246063" cy="24765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1402674" y="1797782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案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638763" y="2083455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例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5692546"/>
            <a:ext cx="206102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7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1" y="5700712"/>
            <a:ext cx="3316969" cy="62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130627" y="1059519"/>
            <a:ext cx="6923315" cy="624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3" y="2275580"/>
            <a:ext cx="847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30626" y="1683657"/>
            <a:ext cx="8877891" cy="312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30627" y="1745808"/>
            <a:ext cx="5254173" cy="782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輸入查詢準則資料鍵值</a:t>
            </a:r>
            <a:r>
              <a:rPr lang="en-US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=1101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、查詢時間範圍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二個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KEY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以上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，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資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料以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||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分隔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  <a:sym typeface="+mn-ea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861" y="3657600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3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0627" y="2017461"/>
            <a:ext cx="9013373" cy="8495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55146" y="2994037"/>
            <a:ext cx="5348968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查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詢結果只顯示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TABLE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管理欄及異動時管理欄位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96" y="3799683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14" y="43542"/>
            <a:ext cx="533400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24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107544" y="2264229"/>
            <a:ext cx="1016000" cy="602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535" y="3799683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14" y="43542"/>
            <a:ext cx="533400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83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45142" y="5210629"/>
            <a:ext cx="2583544" cy="7837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535" y="3799683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14" y="43542"/>
            <a:ext cx="533400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/>
          <p:cNvSpPr/>
          <p:nvPr/>
        </p:nvSpPr>
        <p:spPr>
          <a:xfrm>
            <a:off x="355145" y="2830287"/>
            <a:ext cx="6147255" cy="23005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軌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跡記錄表明細顯示依編輯模式區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r>
              <a:rPr lang="zh-CN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68628"/>
              </p:ext>
            </p:extLst>
          </p:nvPr>
        </p:nvGraphicFramePr>
        <p:xfrm>
          <a:off x="656543" y="3487068"/>
          <a:ext cx="5544457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371"/>
                <a:gridCol w="41900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動作模式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說明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新增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顯示該資料表所有欄位</a:t>
                      </a:r>
                      <a:endParaRPr lang="en-US" altLang="zh-TW" sz="2000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修改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只顯示有被異動欄位及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KEY</a:t>
                      </a: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欄位</a:t>
                      </a:r>
                      <a:endParaRPr lang="en-US" altLang="zh-TW" sz="2000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刪除</a:t>
                      </a:r>
                      <a:endParaRPr lang="zh-CN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顯示該資料表所有欄位</a:t>
                      </a:r>
                      <a:endParaRPr lang="en-US" altLang="zh-TW" sz="2000" b="1" dirty="0" smtClean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86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-14514" y="617985"/>
            <a:ext cx="2206171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95102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左箭头 1"/>
          <p:cNvSpPr/>
          <p:nvPr/>
        </p:nvSpPr>
        <p:spPr>
          <a:xfrm>
            <a:off x="2293257" y="443336"/>
            <a:ext cx="885372" cy="673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-14515" y="1113004"/>
            <a:ext cx="5646057" cy="643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依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所選擇資料表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(table) 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  <a:sym typeface="+mn-ea"/>
              </a:rPr>
              <a:t>查詢該資料表異動軌跡資料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136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-14514" y="617985"/>
            <a:ext cx="2206171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14514" y="1394500"/>
            <a:ext cx="2307771" cy="50933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曲线连接符 5"/>
          <p:cNvCxnSpPr>
            <a:stCxn id="3" idx="3"/>
            <a:endCxn id="5" idx="0"/>
          </p:cNvCxnSpPr>
          <p:nvPr/>
        </p:nvCxnSpPr>
        <p:spPr>
          <a:xfrm flipH="1">
            <a:off x="1139372" y="779985"/>
            <a:ext cx="1052285" cy="614515"/>
          </a:xfrm>
          <a:prstGeom prst="curvedConnector4">
            <a:avLst>
              <a:gd name="adj1" fmla="val -21724"/>
              <a:gd name="adj2" fmla="val 6318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95102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380343" y="2656114"/>
            <a:ext cx="4339772" cy="7801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只</a:t>
            </a:r>
            <a:r>
              <a:rPr lang="zh-CN" altLang="zh-CN" b="1" dirty="0">
                <a:solidFill>
                  <a:schemeClr val="tx1"/>
                </a:solidFill>
                <a:ea typeface="微軟正黑體" panose="020B0604030504040204" pitchFamily="34" charset="-120"/>
              </a:rPr>
              <a:t>列出有設定記錄軌跡的資料表清單</a:t>
            </a:r>
            <a:r>
              <a:rPr lang="zh-CN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，</a:t>
            </a:r>
            <a:endParaRPr lang="en-US" altLang="zh-CN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r>
              <a:rPr lang="zh-CN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依照</a:t>
            </a:r>
            <a:r>
              <a:rPr lang="zh-CN" altLang="zh-CN" b="1" dirty="0">
                <a:solidFill>
                  <a:schemeClr val="tx1"/>
                </a:solidFill>
                <a:ea typeface="微軟正黑體" panose="020B0604030504040204" pitchFamily="34" charset="-120"/>
              </a:rPr>
              <a:t>資料表清單所屬模組區分</a:t>
            </a:r>
            <a:r>
              <a:rPr lang="zh-CN" altLang="zh-CN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列表</a:t>
            </a:r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。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309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-14515" y="940541"/>
            <a:ext cx="2394857" cy="307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14514" y="1278388"/>
            <a:ext cx="2554514" cy="2843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曲线连接符 5"/>
          <p:cNvCxnSpPr/>
          <p:nvPr/>
        </p:nvCxnSpPr>
        <p:spPr>
          <a:xfrm rot="5400000">
            <a:off x="1236696" y="1410865"/>
            <a:ext cx="1039069" cy="40639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2540000" y="654274"/>
            <a:ext cx="3976915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輸入關鍵字快速定位要查詢的資料表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15" name="Picture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614" y="0"/>
            <a:ext cx="6363921" cy="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62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119087" y="279470"/>
            <a:ext cx="580573" cy="4897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曲线连接符 6"/>
          <p:cNvCxnSpPr>
            <a:stCxn id="6" idx="2"/>
          </p:cNvCxnSpPr>
          <p:nvPr/>
        </p:nvCxnSpPr>
        <p:spPr>
          <a:xfrm rot="5400000">
            <a:off x="1498038" y="461391"/>
            <a:ext cx="603472" cy="121920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14514" y="1394500"/>
            <a:ext cx="2307771" cy="50933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95102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3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148115" y="509848"/>
            <a:ext cx="580573" cy="2448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曲线连接符 3"/>
          <p:cNvCxnSpPr/>
          <p:nvPr/>
        </p:nvCxnSpPr>
        <p:spPr>
          <a:xfrm rot="5400000">
            <a:off x="1498038" y="461391"/>
            <a:ext cx="603472" cy="121920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-14514" y="1394500"/>
            <a:ext cx="2307771" cy="2891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9028" y="1796144"/>
            <a:ext cx="2017486" cy="6241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收起所有資料表</a:t>
            </a:r>
            <a:endParaRPr lang="en-US" altLang="zh-TW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765" y="380428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1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740215" y="383279"/>
            <a:ext cx="261271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299004" y="1660011"/>
            <a:ext cx="6545993" cy="1119904"/>
            <a:chOff x="1204685" y="1650591"/>
            <a:chExt cx="6545993" cy="1119904"/>
          </a:xfrm>
        </p:grpSpPr>
        <p:grpSp>
          <p:nvGrpSpPr>
            <p:cNvPr id="8" name="组合 7"/>
            <p:cNvGrpSpPr/>
            <p:nvPr/>
          </p:nvGrpSpPr>
          <p:grpSpPr>
            <a:xfrm>
              <a:off x="1393321" y="1842447"/>
              <a:ext cx="6357357" cy="928048"/>
              <a:chOff x="1393321" y="1842447"/>
              <a:chExt cx="6357357" cy="928048"/>
            </a:xfrm>
          </p:grpSpPr>
          <p:sp>
            <p:nvSpPr>
              <p:cNvPr id="15" name="对角圆角矩形 14"/>
              <p:cNvSpPr/>
              <p:nvPr/>
            </p:nvSpPr>
            <p:spPr>
              <a:xfrm>
                <a:off x="1393321" y="1842447"/>
                <a:ext cx="6357357" cy="928048"/>
              </a:xfrm>
              <a:prstGeom prst="round2Diag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269607" y="2012660"/>
                <a:ext cx="5256074" cy="570462"/>
              </a:xfrm>
              <a:prstGeom prst="rect">
                <a:avLst/>
              </a:prstGeom>
              <a:solidFill>
                <a:srgbClr val="2648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r>
                  <a:rPr lang="zh-CN" altLang="en-US" b="1" dirty="0" smtClean="0">
                    <a:solidFill>
                      <a:schemeClr val="bg1"/>
                    </a:solidFill>
                  </a:rPr>
                  <a:t>假設因故刪除報價單 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218-11109280001</a:t>
                </a:r>
              </a:p>
              <a:p>
                <a:r>
                  <a:rPr lang="zh-CN" altLang="en-US" b="1" dirty="0" smtClean="0">
                    <a:solidFill>
                      <a:schemeClr val="bg1"/>
                    </a:solidFill>
                  </a:rPr>
                  <a:t>報價單的資料表 為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COPTA</a:t>
                </a:r>
                <a:r>
                  <a:rPr lang="zh-CN" altLang="en-US" b="1" dirty="0" smtClean="0">
                    <a:solidFill>
                      <a:schemeClr val="bg1"/>
                    </a:solidFill>
                  </a:rPr>
                  <a:t>和</a:t>
                </a:r>
                <a:r>
                  <a:rPr lang="en-US" altLang="zh-CN" b="1" dirty="0" smtClean="0">
                    <a:solidFill>
                      <a:schemeClr val="bg1"/>
                    </a:solidFill>
                  </a:rPr>
                  <a:t> COPTB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04685" y="1650591"/>
              <a:ext cx="1064921" cy="1005101"/>
              <a:chOff x="1204685" y="1650591"/>
              <a:chExt cx="1064921" cy="1005101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1204685" y="1650591"/>
                <a:ext cx="1064921" cy="1005101"/>
                <a:chOff x="7162801" y="2301875"/>
                <a:chExt cx="1512888" cy="1409700"/>
              </a:xfrm>
            </p:grpSpPr>
            <p:sp>
              <p:nvSpPr>
                <p:cNvPr id="13" name="ïşḻîḑè">
                  <a:extLst>
                    <a:ext uri="{FF2B5EF4-FFF2-40B4-BE49-F238E27FC236}">
                      <a16:creationId xmlns:a16="http://schemas.microsoft.com/office/drawing/2014/main" xmlns="" id="{692EB030-2193-4E8D-9681-20FBFCDD7CD6}"/>
                    </a:ext>
                  </a:extLst>
                </p:cNvPr>
                <p:cNvSpPr/>
                <p:nvPr/>
              </p:nvSpPr>
              <p:spPr bwMode="auto">
                <a:xfrm>
                  <a:off x="7162801" y="2301875"/>
                  <a:ext cx="1512888" cy="1409700"/>
                </a:xfrm>
                <a:custGeom>
                  <a:avLst/>
                  <a:gdLst>
                    <a:gd name="T0" fmla="*/ 23 w 190"/>
                    <a:gd name="T1" fmla="*/ 17 h 177"/>
                    <a:gd name="T2" fmla="*/ 4 w 190"/>
                    <a:gd name="T3" fmla="*/ 58 h 177"/>
                    <a:gd name="T4" fmla="*/ 9 w 190"/>
                    <a:gd name="T5" fmla="*/ 89 h 177"/>
                    <a:gd name="T6" fmla="*/ 76 w 190"/>
                    <a:gd name="T7" fmla="*/ 164 h 177"/>
                    <a:gd name="T8" fmla="*/ 114 w 190"/>
                    <a:gd name="T9" fmla="*/ 169 h 177"/>
                    <a:gd name="T10" fmla="*/ 173 w 190"/>
                    <a:gd name="T11" fmla="*/ 127 h 177"/>
                    <a:gd name="T12" fmla="*/ 178 w 190"/>
                    <a:gd name="T13" fmla="*/ 84 h 177"/>
                    <a:gd name="T14" fmla="*/ 107 w 190"/>
                    <a:gd name="T15" fmla="*/ 9 h 177"/>
                    <a:gd name="T16" fmla="*/ 86 w 190"/>
                    <a:gd name="T17" fmla="*/ 0 h 177"/>
                    <a:gd name="T18" fmla="*/ 49 w 190"/>
                    <a:gd name="T19" fmla="*/ 0 h 177"/>
                    <a:gd name="T20" fmla="*/ 23 w 190"/>
                    <a:gd name="T21" fmla="*/ 17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0" h="177">
                      <a:moveTo>
                        <a:pt x="23" y="17"/>
                      </a:moveTo>
                      <a:cubicBezTo>
                        <a:pt x="4" y="58"/>
                        <a:pt x="4" y="58"/>
                        <a:pt x="4" y="58"/>
                      </a:cubicBezTo>
                      <a:cubicBezTo>
                        <a:pt x="0" y="69"/>
                        <a:pt x="1" y="81"/>
                        <a:pt x="9" y="89"/>
                      </a:cubicBezTo>
                      <a:cubicBezTo>
                        <a:pt x="76" y="164"/>
                        <a:pt x="76" y="164"/>
                        <a:pt x="76" y="164"/>
                      </a:cubicBezTo>
                      <a:cubicBezTo>
                        <a:pt x="86" y="175"/>
                        <a:pt x="102" y="177"/>
                        <a:pt x="114" y="169"/>
                      </a:cubicBezTo>
                      <a:cubicBezTo>
                        <a:pt x="173" y="127"/>
                        <a:pt x="173" y="127"/>
                        <a:pt x="173" y="127"/>
                      </a:cubicBezTo>
                      <a:cubicBezTo>
                        <a:pt x="188" y="117"/>
                        <a:pt x="190" y="97"/>
                        <a:pt x="178" y="84"/>
                      </a:cubicBezTo>
                      <a:cubicBezTo>
                        <a:pt x="107" y="9"/>
                        <a:pt x="107" y="9"/>
                        <a:pt x="107" y="9"/>
                      </a:cubicBezTo>
                      <a:cubicBezTo>
                        <a:pt x="102" y="3"/>
                        <a:pt x="94" y="0"/>
                        <a:pt x="86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7" y="0"/>
                        <a:pt x="27" y="6"/>
                        <a:pt x="23" y="17"/>
                      </a:cubicBezTo>
                      <a:close/>
                    </a:path>
                  </a:pathLst>
                </a:custGeom>
                <a:solidFill>
                  <a:srgbClr val="FF61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is1ídè">
                  <a:extLst>
                    <a:ext uri="{FF2B5EF4-FFF2-40B4-BE49-F238E27FC236}">
                      <a16:creationId xmlns:a16="http://schemas.microsoft.com/office/drawing/2014/main" xmlns="" id="{B046075F-5BEE-44FA-9C3A-DAC8FC8D8085}"/>
                    </a:ext>
                  </a:extLst>
                </p:cNvPr>
                <p:cNvSpPr/>
                <p:nvPr/>
              </p:nvSpPr>
              <p:spPr bwMode="auto">
                <a:xfrm>
                  <a:off x="7442201" y="2397125"/>
                  <a:ext cx="246063" cy="24765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1402674" y="1797782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案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638763" y="2083455"/>
                <a:ext cx="5324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</a:rPr>
                  <a:t>例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5815467"/>
            <a:ext cx="2183039" cy="41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362" y="5749200"/>
            <a:ext cx="8858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51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04801" y="5531071"/>
            <a:ext cx="2148113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06915" y="1590442"/>
            <a:ext cx="2605314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曲线连接符 4"/>
          <p:cNvCxnSpPr>
            <a:endCxn id="4" idx="1"/>
          </p:cNvCxnSpPr>
          <p:nvPr/>
        </p:nvCxnSpPr>
        <p:spPr>
          <a:xfrm rot="5400000" flipH="1" flipV="1">
            <a:off x="135572" y="2959728"/>
            <a:ext cx="3814629" cy="132805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822" y="303319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5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692401" y="1817168"/>
            <a:ext cx="2605314" cy="548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50115" y="1564610"/>
            <a:ext cx="2271487" cy="548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90802" y="2515297"/>
            <a:ext cx="6516000" cy="692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583542" y="3901409"/>
            <a:ext cx="6552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079" y="1564611"/>
            <a:ext cx="695778" cy="64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583542" y="3314925"/>
            <a:ext cx="3628574" cy="8744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提供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資料表所有欄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位提供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查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詢</a:t>
            </a:r>
            <a:endParaRPr lang="en-US" altLang="zh-TW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r>
              <a:rPr lang="en-US" altLang="zh-TW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包含資料表管理欄位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653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592000" y="4198703"/>
            <a:ext cx="6552000" cy="17376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822" y="545521"/>
            <a:ext cx="381000" cy="37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936" y="69316"/>
            <a:ext cx="381000" cy="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649800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583542" y="3242355"/>
            <a:ext cx="3628574" cy="8744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提供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資料表所有欄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位提供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查</a:t>
            </a:r>
            <a:r>
              <a:rPr lang="zh-TW" altLang="en-US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詢</a:t>
            </a:r>
            <a:endParaRPr lang="en-US" altLang="zh-TW" b="1" dirty="0" smtClean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r>
              <a:rPr lang="en-US" altLang="zh-TW" b="1" dirty="0" smtClean="0">
                <a:solidFill>
                  <a:schemeClr val="tx1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ea typeface="微軟正黑體" panose="020B0604030504040204" pitchFamily="34" charset="-120"/>
              </a:rPr>
              <a:t>包含資料表管理欄位</a:t>
            </a:r>
            <a:r>
              <a:rPr lang="en-US" altLang="zh-TW" b="1" dirty="0">
                <a:solidFill>
                  <a:schemeClr val="tx1"/>
                </a:solidFill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" name="左箭头 1"/>
          <p:cNvSpPr/>
          <p:nvPr/>
        </p:nvSpPr>
        <p:spPr>
          <a:xfrm rot="2357194">
            <a:off x="7316913" y="5907314"/>
            <a:ext cx="381000" cy="3483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18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ṩľîḑe"/>
          <p:cNvSpPr/>
          <p:nvPr/>
        </p:nvSpPr>
        <p:spPr>
          <a:xfrm>
            <a:off x="646808" y="1190171"/>
            <a:ext cx="7850386" cy="51976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28600" dist="38100" dir="2700000" algn="tl" rotWithShape="0">
              <a:schemeClr val="accent3">
                <a:lumMod val="5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>
            <a:extLst>
              <a:ext uri="{FF2B5EF4-FFF2-40B4-BE49-F238E27FC236}">
                <a16:creationId xmlns:a14="http://schemas.microsoft.com/office/drawing/2010/main" xmlns:p14="http://schemas.microsoft.com/office/powerpoint/2010/main" xmlns:a16="http://schemas.microsoft.com/office/drawing/2014/main" xmlns="" id="{616B9E30-1F98-4C4E-A0D0-BAA24EB3D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413" y="4051598"/>
            <a:ext cx="3854948" cy="2806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1257" y="2465553"/>
            <a:ext cx="60814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</a:gradFill>
                <a:latin typeface="+mj-lt"/>
                <a:ea typeface="+mj-ea"/>
                <a:cs typeface="+mj-cs"/>
              </a:rPr>
              <a:t>DTS</a:t>
            </a:r>
            <a:r>
              <a:rPr lang="zh-TW" altLang="zh-CN" sz="4400" b="1" dirty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</a:gradFill>
                <a:latin typeface="+mj-lt"/>
                <a:ea typeface="+mj-ea"/>
                <a:cs typeface="+mj-cs"/>
              </a:rPr>
              <a:t>資料軌跡系</a:t>
            </a:r>
            <a:r>
              <a:rPr lang="zh-TW" altLang="zh-CN" sz="4400" b="1" dirty="0" smtClean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</a:gradFill>
                <a:latin typeface="+mj-lt"/>
                <a:ea typeface="+mj-ea"/>
                <a:cs typeface="+mj-cs"/>
              </a:rPr>
              <a:t>統</a:t>
            </a:r>
            <a:r>
              <a:rPr lang="zh-CN" altLang="en-US" sz="4400" b="1" dirty="0" smtClean="0"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</a:gradFill>
                <a:latin typeface="+mj-lt"/>
                <a:ea typeface="+mj-ea"/>
                <a:cs typeface="+mj-cs"/>
              </a:rPr>
              <a:t>課程已全部閱讀完畢！</a:t>
            </a:r>
            <a:endParaRPr lang="zh-CN" altLang="en-US" sz="4400" b="1" dirty="0"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10800000" scaled="1"/>
              </a:gradFill>
              <a:latin typeface="+mj-lt"/>
              <a:ea typeface="+mj-ea"/>
              <a:cs typeface="+mj-cs"/>
            </a:endParaRPr>
          </a:p>
        </p:txBody>
      </p:sp>
      <p:sp>
        <p:nvSpPr>
          <p:cNvPr id="9" name="Freeform: Shape 18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2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3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961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1321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19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19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62136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22561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196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196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196;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A82FF9"/>
      </a:accent1>
      <a:accent2>
        <a:srgbClr val="C766AE"/>
      </a:accent2>
      <a:accent3>
        <a:srgbClr val="360793"/>
      </a:accent3>
      <a:accent4>
        <a:srgbClr val="DA8586"/>
      </a:accent4>
      <a:accent5>
        <a:srgbClr val="4F0BD6"/>
      </a:accent5>
      <a:accent6>
        <a:srgbClr val="A56997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2273</TotalTime>
  <Words>1831</Words>
  <Application>Microsoft Office PowerPoint</Application>
  <PresentationFormat>全屏显示(4:3)</PresentationFormat>
  <Paragraphs>201</Paragraphs>
  <Slides>90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91" baseType="lpstr"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yuchc</cp:lastModifiedBy>
  <cp:revision>106</cp:revision>
  <cp:lastPrinted>2019-07-31T16:00:00Z</cp:lastPrinted>
  <dcterms:created xsi:type="dcterms:W3CDTF">2019-07-31T16:00:00Z</dcterms:created>
  <dcterms:modified xsi:type="dcterms:W3CDTF">2022-10-11T02:27:36Z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